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os Arabic Bold" charset="1" panose="00000800000000000000"/>
      <p:regular r:id="rId14"/>
    </p:embeddedFont>
    <p:embeddedFont>
      <p:font typeface="Balsamiq Sans" charset="1" panose="020006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8829731">
            <a:off x="2713237" y="-1961286"/>
            <a:ext cx="9436992" cy="7308832"/>
          </a:xfrm>
          <a:custGeom>
            <a:avLst/>
            <a:gdLst/>
            <a:ahLst/>
            <a:cxnLst/>
            <a:rect r="r" b="b" t="t" l="l"/>
            <a:pathLst>
              <a:path h="7308832" w="9436992">
                <a:moveTo>
                  <a:pt x="0" y="7308832"/>
                </a:moveTo>
                <a:lnTo>
                  <a:pt x="9436991" y="7308832"/>
                </a:lnTo>
                <a:lnTo>
                  <a:pt x="9436991" y="0"/>
                </a:lnTo>
                <a:lnTo>
                  <a:pt x="0" y="0"/>
                </a:lnTo>
                <a:lnTo>
                  <a:pt x="0" y="7308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153375">
            <a:off x="-3227024" y="5421766"/>
            <a:ext cx="12216088" cy="9461207"/>
          </a:xfrm>
          <a:custGeom>
            <a:avLst/>
            <a:gdLst/>
            <a:ahLst/>
            <a:cxnLst/>
            <a:rect r="r" b="b" t="t" l="l"/>
            <a:pathLst>
              <a:path h="9461207" w="12216088">
                <a:moveTo>
                  <a:pt x="0" y="9461207"/>
                </a:moveTo>
                <a:lnTo>
                  <a:pt x="12216088" y="9461207"/>
                </a:lnTo>
                <a:lnTo>
                  <a:pt x="12216088" y="0"/>
                </a:lnTo>
                <a:lnTo>
                  <a:pt x="0" y="0"/>
                </a:lnTo>
                <a:lnTo>
                  <a:pt x="0" y="94612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61860">
            <a:off x="9402241" y="8260454"/>
            <a:ext cx="3328325" cy="2670981"/>
          </a:xfrm>
          <a:custGeom>
            <a:avLst/>
            <a:gdLst/>
            <a:ahLst/>
            <a:cxnLst/>
            <a:rect r="r" b="b" t="t" l="l"/>
            <a:pathLst>
              <a:path h="2670981" w="3328325">
                <a:moveTo>
                  <a:pt x="0" y="0"/>
                </a:moveTo>
                <a:lnTo>
                  <a:pt x="3328325" y="0"/>
                </a:lnTo>
                <a:lnTo>
                  <a:pt x="3328325" y="2670981"/>
                </a:lnTo>
                <a:lnTo>
                  <a:pt x="0" y="2670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13557">
            <a:off x="12461780" y="-1730650"/>
            <a:ext cx="3339928" cy="5022447"/>
          </a:xfrm>
          <a:custGeom>
            <a:avLst/>
            <a:gdLst/>
            <a:ahLst/>
            <a:cxnLst/>
            <a:rect r="r" b="b" t="t" l="l"/>
            <a:pathLst>
              <a:path h="5022447" w="3339928">
                <a:moveTo>
                  <a:pt x="0" y="0"/>
                </a:moveTo>
                <a:lnTo>
                  <a:pt x="3339927" y="0"/>
                </a:lnTo>
                <a:lnTo>
                  <a:pt x="3339927" y="5022448"/>
                </a:lnTo>
                <a:lnTo>
                  <a:pt x="0" y="502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417821">
            <a:off x="-8988814" y="-6077429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7679" y="3634970"/>
            <a:ext cx="9431067" cy="320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2"/>
              </a:lnSpc>
            </a:pPr>
            <a:r>
              <a:rPr lang="en-US" b="true" sz="1276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God Calls Us</a:t>
            </a:r>
          </a:p>
          <a:p>
            <a:pPr algn="ctr" marL="0" indent="0" lvl="0">
              <a:lnSpc>
                <a:spcPts val="11742"/>
              </a:lnSpc>
            </a:pPr>
            <a:r>
              <a:rPr lang="en-US" b="true" sz="1276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by Name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62569">
            <a:off x="1564551" y="7739364"/>
            <a:ext cx="4951789" cy="3051540"/>
          </a:xfrm>
          <a:custGeom>
            <a:avLst/>
            <a:gdLst/>
            <a:ahLst/>
            <a:cxnLst/>
            <a:rect r="r" b="b" t="t" l="l"/>
            <a:pathLst>
              <a:path h="3051540" w="4951789">
                <a:moveTo>
                  <a:pt x="0" y="0"/>
                </a:moveTo>
                <a:lnTo>
                  <a:pt x="4951789" y="0"/>
                </a:lnTo>
                <a:lnTo>
                  <a:pt x="4951789" y="3051539"/>
                </a:lnTo>
                <a:lnTo>
                  <a:pt x="0" y="30515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3988">
            <a:off x="636855" y="766127"/>
            <a:ext cx="3703945" cy="3625236"/>
          </a:xfrm>
          <a:custGeom>
            <a:avLst/>
            <a:gdLst/>
            <a:ahLst/>
            <a:cxnLst/>
            <a:rect r="r" b="b" t="t" l="l"/>
            <a:pathLst>
              <a:path h="3625236" w="3703945">
                <a:moveTo>
                  <a:pt x="0" y="0"/>
                </a:moveTo>
                <a:lnTo>
                  <a:pt x="3703945" y="0"/>
                </a:lnTo>
                <a:lnTo>
                  <a:pt x="3703945" y="3625236"/>
                </a:lnTo>
                <a:lnTo>
                  <a:pt x="0" y="36252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69398">
            <a:off x="14663712" y="4944903"/>
            <a:ext cx="3081269" cy="2694947"/>
          </a:xfrm>
          <a:custGeom>
            <a:avLst/>
            <a:gdLst/>
            <a:ahLst/>
            <a:cxnLst/>
            <a:rect r="r" b="b" t="t" l="l"/>
            <a:pathLst>
              <a:path h="2694947" w="3081269">
                <a:moveTo>
                  <a:pt x="0" y="0"/>
                </a:moveTo>
                <a:lnTo>
                  <a:pt x="3081269" y="0"/>
                </a:lnTo>
                <a:lnTo>
                  <a:pt x="3081269" y="2694947"/>
                </a:lnTo>
                <a:lnTo>
                  <a:pt x="0" y="26949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97481" y="548705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18024" y="3234320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12349" y="1383565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59869" y="6645918"/>
            <a:ext cx="4772436" cy="4104295"/>
          </a:xfrm>
          <a:custGeom>
            <a:avLst/>
            <a:gdLst/>
            <a:ahLst/>
            <a:cxnLst/>
            <a:rect r="r" b="b" t="t" l="l"/>
            <a:pathLst>
              <a:path h="4104295" w="4772436">
                <a:moveTo>
                  <a:pt x="0" y="0"/>
                </a:moveTo>
                <a:lnTo>
                  <a:pt x="4772436" y="0"/>
                </a:lnTo>
                <a:lnTo>
                  <a:pt x="4772436" y="4104295"/>
                </a:lnTo>
                <a:lnTo>
                  <a:pt x="0" y="41042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6721">
            <a:off x="785940" y="3377290"/>
            <a:ext cx="3151076" cy="3361148"/>
          </a:xfrm>
          <a:custGeom>
            <a:avLst/>
            <a:gdLst/>
            <a:ahLst/>
            <a:cxnLst/>
            <a:rect r="r" b="b" t="t" l="l"/>
            <a:pathLst>
              <a:path h="3361148" w="3151076">
                <a:moveTo>
                  <a:pt x="0" y="0"/>
                </a:moveTo>
                <a:lnTo>
                  <a:pt x="3151076" y="0"/>
                </a:lnTo>
                <a:lnTo>
                  <a:pt x="3151076" y="3361148"/>
                </a:lnTo>
                <a:lnTo>
                  <a:pt x="0" y="33611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5891" y="2570786"/>
            <a:ext cx="769464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God Knows Your Name!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1"/>
              </a:lnSpc>
            </a:pPr>
            <a:r>
              <a:rPr lang="en-US" sz="2401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Before you were born, God already knew your name. He knows everything about you — and He loves you completely!</a:t>
            </a:r>
          </a:p>
          <a:p>
            <a:pPr algn="ctr" marL="0" indent="0" lvl="0">
              <a:lnSpc>
                <a:spcPts val="2881"/>
              </a:lnSpc>
            </a:pPr>
            <a:r>
              <a:rPr lang="en-US" sz="2401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"I have called you by name; you are mine."</a:t>
            </a:r>
          </a:p>
          <a:p>
            <a:pPr algn="ctr" marL="0" indent="0" lvl="0">
              <a:lnSpc>
                <a:spcPts val="2881"/>
              </a:lnSpc>
            </a:pPr>
            <a:r>
              <a:rPr lang="en-US" sz="2401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— Isaiah 43:1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15652" y="1163834"/>
            <a:ext cx="1102532" cy="1045389"/>
          </a:xfrm>
          <a:custGeom>
            <a:avLst/>
            <a:gdLst/>
            <a:ahLst/>
            <a:cxnLst/>
            <a:rect r="r" b="b" t="t" l="l"/>
            <a:pathLst>
              <a:path h="1045389" w="1102532">
                <a:moveTo>
                  <a:pt x="0" y="0"/>
                </a:moveTo>
                <a:lnTo>
                  <a:pt x="1102532" y="0"/>
                </a:lnTo>
                <a:lnTo>
                  <a:pt x="1102532" y="1045389"/>
                </a:lnTo>
                <a:lnTo>
                  <a:pt x="0" y="10453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3179" y="1960715"/>
            <a:ext cx="1106287" cy="1079210"/>
          </a:xfrm>
          <a:custGeom>
            <a:avLst/>
            <a:gdLst/>
            <a:ahLst/>
            <a:cxnLst/>
            <a:rect r="r" b="b" t="t" l="l"/>
            <a:pathLst>
              <a:path h="1079210" w="1106287">
                <a:moveTo>
                  <a:pt x="0" y="0"/>
                </a:moveTo>
                <a:lnTo>
                  <a:pt x="1106287" y="0"/>
                </a:lnTo>
                <a:lnTo>
                  <a:pt x="1106287" y="1079210"/>
                </a:lnTo>
                <a:lnTo>
                  <a:pt x="0" y="1079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87010">
            <a:off x="10815330" y="2994972"/>
            <a:ext cx="4873890" cy="4066177"/>
          </a:xfrm>
          <a:custGeom>
            <a:avLst/>
            <a:gdLst/>
            <a:ahLst/>
            <a:cxnLst/>
            <a:rect r="r" b="b" t="t" l="l"/>
            <a:pathLst>
              <a:path h="4066177" w="4873890">
                <a:moveTo>
                  <a:pt x="0" y="0"/>
                </a:moveTo>
                <a:lnTo>
                  <a:pt x="4873890" y="0"/>
                </a:lnTo>
                <a:lnTo>
                  <a:pt x="4873890" y="4066178"/>
                </a:lnTo>
                <a:lnTo>
                  <a:pt x="0" y="4066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0845">
            <a:off x="9754022" y="1624806"/>
            <a:ext cx="575795" cy="4149875"/>
          </a:xfrm>
          <a:custGeom>
            <a:avLst/>
            <a:gdLst/>
            <a:ahLst/>
            <a:cxnLst/>
            <a:rect r="r" b="b" t="t" l="l"/>
            <a:pathLst>
              <a:path h="4149875" w="575795">
                <a:moveTo>
                  <a:pt x="0" y="0"/>
                </a:moveTo>
                <a:lnTo>
                  <a:pt x="575795" y="0"/>
                </a:lnTo>
                <a:lnTo>
                  <a:pt x="575795" y="4149875"/>
                </a:lnTo>
                <a:lnTo>
                  <a:pt x="0" y="4149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357" y="4172233"/>
            <a:ext cx="769464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 strike="noStrike" u="none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God Loves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3428" y="7346479"/>
            <a:ext cx="7428076" cy="136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  <a:spcBef>
                <a:spcPct val="0"/>
              </a:spcBef>
            </a:pPr>
            <a:r>
              <a:rPr lang="en-US" sz="3020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You are special and precious to God. He loves you more than you can imagine. You are His treasure!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3327" y="1385083"/>
            <a:ext cx="858774" cy="846346"/>
          </a:xfrm>
          <a:custGeom>
            <a:avLst/>
            <a:gdLst/>
            <a:ahLst/>
            <a:cxnLst/>
            <a:rect r="r" b="b" t="t" l="l"/>
            <a:pathLst>
              <a:path h="846346" w="858774">
                <a:moveTo>
                  <a:pt x="0" y="0"/>
                </a:moveTo>
                <a:lnTo>
                  <a:pt x="858773" y="0"/>
                </a:lnTo>
                <a:lnTo>
                  <a:pt x="858773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6727">
            <a:off x="13734307" y="5181707"/>
            <a:ext cx="4146190" cy="4109911"/>
          </a:xfrm>
          <a:custGeom>
            <a:avLst/>
            <a:gdLst/>
            <a:ahLst/>
            <a:cxnLst/>
            <a:rect r="r" b="b" t="t" l="l"/>
            <a:pathLst>
              <a:path h="4109911" w="4146190">
                <a:moveTo>
                  <a:pt x="0" y="0"/>
                </a:moveTo>
                <a:lnTo>
                  <a:pt x="4146190" y="0"/>
                </a:lnTo>
                <a:lnTo>
                  <a:pt x="4146190" y="4109911"/>
                </a:lnTo>
                <a:lnTo>
                  <a:pt x="0" y="4109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7762">
            <a:off x="256723" y="4239916"/>
            <a:ext cx="3377851" cy="2584056"/>
          </a:xfrm>
          <a:custGeom>
            <a:avLst/>
            <a:gdLst/>
            <a:ahLst/>
            <a:cxnLst/>
            <a:rect r="r" b="b" t="t" l="l"/>
            <a:pathLst>
              <a:path h="2584056" w="3377851">
                <a:moveTo>
                  <a:pt x="0" y="0"/>
                </a:moveTo>
                <a:lnTo>
                  <a:pt x="3377851" y="0"/>
                </a:lnTo>
                <a:lnTo>
                  <a:pt x="3377851" y="2584056"/>
                </a:lnTo>
                <a:lnTo>
                  <a:pt x="0" y="25840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9371" y="2570786"/>
            <a:ext cx="978768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Your Name Matters!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God chose YOU before you were born. He calls you His child and knows everything about you. Your name is written on His heart!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5576" y="1309558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23339" y="2118903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3450">
            <a:off x="9163421" y="722559"/>
            <a:ext cx="2994571" cy="2785453"/>
          </a:xfrm>
          <a:custGeom>
            <a:avLst/>
            <a:gdLst/>
            <a:ahLst/>
            <a:cxnLst/>
            <a:rect r="r" b="b" t="t" l="l"/>
            <a:pathLst>
              <a:path h="2785453" w="2994571">
                <a:moveTo>
                  <a:pt x="0" y="0"/>
                </a:moveTo>
                <a:lnTo>
                  <a:pt x="2994571" y="0"/>
                </a:lnTo>
                <a:lnTo>
                  <a:pt x="2994571" y="2785453"/>
                </a:lnTo>
                <a:lnTo>
                  <a:pt x="0" y="27854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517871">
            <a:off x="12166531" y="3355032"/>
            <a:ext cx="3020850" cy="3217949"/>
          </a:xfrm>
          <a:custGeom>
            <a:avLst/>
            <a:gdLst/>
            <a:ahLst/>
            <a:cxnLst/>
            <a:rect r="r" b="b" t="t" l="l"/>
            <a:pathLst>
              <a:path h="3217949" w="3020850">
                <a:moveTo>
                  <a:pt x="0" y="0"/>
                </a:moveTo>
                <a:lnTo>
                  <a:pt x="3020850" y="0"/>
                </a:lnTo>
                <a:lnTo>
                  <a:pt x="3020850" y="3217949"/>
                </a:lnTo>
                <a:lnTo>
                  <a:pt x="0" y="3217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8760" y="4393821"/>
            <a:ext cx="8155837" cy="214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5"/>
              </a:lnSpc>
              <a:spcBef>
                <a:spcPct val="0"/>
              </a:spcBef>
            </a:pPr>
            <a:r>
              <a:rPr lang="en-US" b="true" sz="8484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Decorate Your Name Card!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640" y="7109578"/>
            <a:ext cx="7428076" cy="136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  <a:spcBef>
                <a:spcPct val="0"/>
              </a:spcBef>
            </a:pPr>
            <a:r>
              <a:rPr lang="en-US" sz="301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God calls you by name — make your name beautiful! Color, draw, and decorate your very own name card.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12349" y="1383565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6798" y="3208489"/>
            <a:ext cx="4254225" cy="4365343"/>
          </a:xfrm>
          <a:custGeom>
            <a:avLst/>
            <a:gdLst/>
            <a:ahLst/>
            <a:cxnLst/>
            <a:rect r="r" b="b" t="t" l="l"/>
            <a:pathLst>
              <a:path h="4365343" w="4254225">
                <a:moveTo>
                  <a:pt x="0" y="0"/>
                </a:moveTo>
                <a:lnTo>
                  <a:pt x="4254225" y="0"/>
                </a:lnTo>
                <a:lnTo>
                  <a:pt x="4254225" y="4365343"/>
                </a:lnTo>
                <a:lnTo>
                  <a:pt x="0" y="4365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37473" y="5464677"/>
            <a:ext cx="3173658" cy="5877144"/>
          </a:xfrm>
          <a:custGeom>
            <a:avLst/>
            <a:gdLst/>
            <a:ahLst/>
            <a:cxnLst/>
            <a:rect r="r" b="b" t="t" l="l"/>
            <a:pathLst>
              <a:path h="5877144" w="3173658">
                <a:moveTo>
                  <a:pt x="0" y="0"/>
                </a:moveTo>
                <a:lnTo>
                  <a:pt x="3173657" y="0"/>
                </a:lnTo>
                <a:lnTo>
                  <a:pt x="3173657" y="5877144"/>
                </a:lnTo>
                <a:lnTo>
                  <a:pt x="0" y="5877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5891" y="2570786"/>
            <a:ext cx="769464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Decorate</a:t>
            </a:r>
          </a:p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Your Name!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</a:pPr>
            <a:r>
              <a:rPr lang="en-US" sz="301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Write your name big on your name card. Use your favorite colors and stickers to make it shine! God knows your name — make it beautiful!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07033">
            <a:off x="-1671637" y="-3504158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1354">
            <a:off x="-10703602" y="-618431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6704518" y="22861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9904" y="95337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8304">
            <a:off x="14166344" y="2774412"/>
            <a:ext cx="2247119" cy="2698505"/>
          </a:xfrm>
          <a:custGeom>
            <a:avLst/>
            <a:gdLst/>
            <a:ahLst/>
            <a:cxnLst/>
            <a:rect r="r" b="b" t="t" l="l"/>
            <a:pathLst>
              <a:path h="2698505" w="2247119">
                <a:moveTo>
                  <a:pt x="0" y="0"/>
                </a:moveTo>
                <a:lnTo>
                  <a:pt x="2247119" y="0"/>
                </a:lnTo>
                <a:lnTo>
                  <a:pt x="2247119" y="2698505"/>
                </a:lnTo>
                <a:lnTo>
                  <a:pt x="0" y="2698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333125">
            <a:off x="635189" y="4806276"/>
            <a:ext cx="3973172" cy="4076949"/>
          </a:xfrm>
          <a:custGeom>
            <a:avLst/>
            <a:gdLst/>
            <a:ahLst/>
            <a:cxnLst/>
            <a:rect r="r" b="b" t="t" l="l"/>
            <a:pathLst>
              <a:path h="4076949" w="3973172">
                <a:moveTo>
                  <a:pt x="3973172" y="0"/>
                </a:moveTo>
                <a:lnTo>
                  <a:pt x="0" y="0"/>
                </a:lnTo>
                <a:lnTo>
                  <a:pt x="0" y="4076949"/>
                </a:lnTo>
                <a:lnTo>
                  <a:pt x="3973172" y="4076949"/>
                </a:lnTo>
                <a:lnTo>
                  <a:pt x="39731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23131">
            <a:off x="13471623" y="7489923"/>
            <a:ext cx="3209925" cy="1768377"/>
          </a:xfrm>
          <a:custGeom>
            <a:avLst/>
            <a:gdLst/>
            <a:ahLst/>
            <a:cxnLst/>
            <a:rect r="r" b="b" t="t" l="l"/>
            <a:pathLst>
              <a:path h="1768377" w="3209925">
                <a:moveTo>
                  <a:pt x="0" y="0"/>
                </a:moveTo>
                <a:lnTo>
                  <a:pt x="3209925" y="0"/>
                </a:lnTo>
                <a:lnTo>
                  <a:pt x="3209925" y="1768377"/>
                </a:lnTo>
                <a:lnTo>
                  <a:pt x="0" y="17683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09840" y="2410886"/>
            <a:ext cx="11566745" cy="1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7"/>
              </a:lnSpc>
              <a:spcBef>
                <a:spcPct val="0"/>
              </a:spcBef>
            </a:pPr>
            <a:r>
              <a:rPr lang="en-US" b="true" sz="10421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Let's Pray Together!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265" y="5894780"/>
            <a:ext cx="8695471" cy="101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2"/>
              </a:lnSpc>
              <a:spcBef>
                <a:spcPct val="0"/>
              </a:spcBef>
            </a:pPr>
            <a:r>
              <a:rPr lang="en-US" sz="3360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"Lord, thank you for calling me by name. You know me and love me. Amen."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07033">
            <a:off x="-1671637" y="-3504158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1354">
            <a:off x="-10703602" y="-618431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6704518" y="22861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7472" y="825295"/>
            <a:ext cx="1063006" cy="1022492"/>
          </a:xfrm>
          <a:custGeom>
            <a:avLst/>
            <a:gdLst/>
            <a:ahLst/>
            <a:cxnLst/>
            <a:rect r="r" b="b" t="t" l="l"/>
            <a:pathLst>
              <a:path h="1022492" w="1063006">
                <a:moveTo>
                  <a:pt x="0" y="0"/>
                </a:moveTo>
                <a:lnTo>
                  <a:pt x="1063006" y="0"/>
                </a:lnTo>
                <a:lnTo>
                  <a:pt x="1063006" y="1022492"/>
                </a:lnTo>
                <a:lnTo>
                  <a:pt x="0" y="10224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734">
            <a:off x="508895" y="5045017"/>
            <a:ext cx="3867092" cy="3905543"/>
          </a:xfrm>
          <a:custGeom>
            <a:avLst/>
            <a:gdLst/>
            <a:ahLst/>
            <a:cxnLst/>
            <a:rect r="r" b="b" t="t" l="l"/>
            <a:pathLst>
              <a:path h="3905543" w="3867092">
                <a:moveTo>
                  <a:pt x="0" y="0"/>
                </a:moveTo>
                <a:lnTo>
                  <a:pt x="3867092" y="0"/>
                </a:lnTo>
                <a:lnTo>
                  <a:pt x="3867092" y="3905543"/>
                </a:lnTo>
                <a:lnTo>
                  <a:pt x="0" y="3905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382911">
            <a:off x="14965757" y="2389047"/>
            <a:ext cx="617959" cy="4708259"/>
          </a:xfrm>
          <a:custGeom>
            <a:avLst/>
            <a:gdLst/>
            <a:ahLst/>
            <a:cxnLst/>
            <a:rect r="r" b="b" t="t" l="l"/>
            <a:pathLst>
              <a:path h="4708259" w="617959">
                <a:moveTo>
                  <a:pt x="0" y="0"/>
                </a:moveTo>
                <a:lnTo>
                  <a:pt x="617959" y="0"/>
                </a:lnTo>
                <a:lnTo>
                  <a:pt x="617959" y="4708259"/>
                </a:lnTo>
                <a:lnTo>
                  <a:pt x="0" y="4708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08118" y="7861949"/>
            <a:ext cx="2884918" cy="3808472"/>
          </a:xfrm>
          <a:custGeom>
            <a:avLst/>
            <a:gdLst/>
            <a:ahLst/>
            <a:cxnLst/>
            <a:rect r="r" b="b" t="t" l="l"/>
            <a:pathLst>
              <a:path h="3808472" w="2884918">
                <a:moveTo>
                  <a:pt x="0" y="0"/>
                </a:moveTo>
                <a:lnTo>
                  <a:pt x="2884918" y="0"/>
                </a:lnTo>
                <a:lnTo>
                  <a:pt x="2884918" y="3808472"/>
                </a:lnTo>
                <a:lnTo>
                  <a:pt x="0" y="38084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41366" y="2410886"/>
            <a:ext cx="8405269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God Knows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265" y="5894780"/>
            <a:ext cx="8695471" cy="135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7"/>
              </a:lnSpc>
              <a:spcBef>
                <a:spcPct val="0"/>
              </a:spcBef>
            </a:pPr>
            <a:r>
              <a:rPr lang="en-US" sz="3006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You are loved and called by name.</a:t>
            </a:r>
          </a:p>
          <a:p>
            <a:pPr algn="ctr" marL="0" indent="0" lvl="0">
              <a:lnSpc>
                <a:spcPts val="3607"/>
              </a:lnSpc>
              <a:spcBef>
                <a:spcPct val="0"/>
              </a:spcBef>
            </a:pPr>
            <a:r>
              <a:rPr lang="en-US" sz="3006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God said: "Fear not, for I have called you by name."</a:t>
            </a:r>
          </a:p>
          <a:p>
            <a:pPr algn="ctr" marL="0" indent="0" lvl="0">
              <a:lnSpc>
                <a:spcPts val="3607"/>
              </a:lnSpc>
              <a:spcBef>
                <a:spcPct val="0"/>
              </a:spcBef>
            </a:pPr>
            <a:r>
              <a:rPr lang="en-US" sz="3006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— Isaiah 43:1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DAHT0e7Z5a4</dc:identifier>
  <dcterms:modified xsi:type="dcterms:W3CDTF">2011-08-01T06:04:30Z</dcterms:modified>
  <cp:revision>1</cp:revision>
  <dc:title>Non Text Magic Studio Magic Design for Presentations L&amp;P</dc:title>
</cp:coreProperties>
</file>