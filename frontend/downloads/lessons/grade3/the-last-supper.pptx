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aloo Da" charset="1" panose="03080902040302020200"/>
      <p:regular r:id="rId14"/>
    </p:embeddedFont>
    <p:embeddedFont>
      <p:font typeface="Zen Maru Gothic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96B8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4608" y="371322"/>
            <a:ext cx="17478784" cy="9544356"/>
            <a:chOff x="0" y="0"/>
            <a:chExt cx="4603466" cy="2513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3466" cy="2513740"/>
            </a:xfrm>
            <a:custGeom>
              <a:avLst/>
              <a:gdLst/>
              <a:ahLst/>
              <a:cxnLst/>
              <a:rect r="r" b="b" t="t" l="l"/>
              <a:pathLst>
                <a:path h="2513740" w="4603466">
                  <a:moveTo>
                    <a:pt x="0" y="0"/>
                  </a:moveTo>
                  <a:lnTo>
                    <a:pt x="4603466" y="0"/>
                  </a:lnTo>
                  <a:lnTo>
                    <a:pt x="4603466" y="2513740"/>
                  </a:lnTo>
                  <a:lnTo>
                    <a:pt x="0" y="2513740"/>
                  </a:lnTo>
                  <a:close/>
                </a:path>
              </a:pathLst>
            </a:custGeom>
            <a:solidFill>
              <a:srgbClr val="FFCF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03466" cy="2542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6785" y="1460731"/>
            <a:ext cx="15394431" cy="161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54"/>
              </a:lnSpc>
            </a:pPr>
            <a:r>
              <a:rPr lang="en-US" sz="9467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OUR PRAYER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01776" y="4085759"/>
            <a:ext cx="13884447" cy="194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5"/>
              </a:lnSpc>
            </a:pPr>
            <a:r>
              <a:rPr lang="en-US" b="true" sz="5597">
                <a:solidFill>
                  <a:srgbClr val="000000"/>
                </a:solidFill>
                <a:latin typeface="Zen Maru Gothic Bold"/>
                <a:ea typeface="Zen Maru Gothic Bold"/>
                <a:cs typeface="Zen Maru Gothic Bold"/>
                <a:sym typeface="Zen Maru Gothic Bold"/>
              </a:rPr>
              <a:t>"Jesus, thank you for giving yourself to us. Help us remember your love. Amen."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96B8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4608" y="371322"/>
            <a:ext cx="17478784" cy="9544356"/>
            <a:chOff x="0" y="0"/>
            <a:chExt cx="4603466" cy="2513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3466" cy="2513740"/>
            </a:xfrm>
            <a:custGeom>
              <a:avLst/>
              <a:gdLst/>
              <a:ahLst/>
              <a:cxnLst/>
              <a:rect r="r" b="b" t="t" l="l"/>
              <a:pathLst>
                <a:path h="2513740" w="4603466">
                  <a:moveTo>
                    <a:pt x="0" y="0"/>
                  </a:moveTo>
                  <a:lnTo>
                    <a:pt x="4603466" y="0"/>
                  </a:lnTo>
                  <a:lnTo>
                    <a:pt x="4603466" y="2513740"/>
                  </a:lnTo>
                  <a:lnTo>
                    <a:pt x="0" y="2513740"/>
                  </a:lnTo>
                  <a:close/>
                </a:path>
              </a:pathLst>
            </a:custGeom>
            <a:solidFill>
              <a:srgbClr val="FFCF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03466" cy="2542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6785" y="1460731"/>
            <a:ext cx="15394431" cy="161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54"/>
              </a:lnSpc>
            </a:pPr>
            <a:r>
              <a:rPr lang="en-US" sz="9467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THE LAST SUPPER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01776" y="4076234"/>
            <a:ext cx="13884447" cy="386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7"/>
              </a:lnSpc>
            </a:pPr>
            <a:r>
              <a:rPr lang="en-US" b="true" sz="5505">
                <a:solidFill>
                  <a:srgbClr val="000000"/>
                </a:solidFill>
                <a:latin typeface="Zen Maru Gothic Bold"/>
                <a:ea typeface="Zen Maru Gothic Bold"/>
                <a:cs typeface="Zen Maru Gothic Bold"/>
                <a:sym typeface="Zen Maru Gothic Bold"/>
              </a:rPr>
              <a:t>On the night before He died, Jesus gathered with His 12 disciples for a very special meal. It was a time of love, friendship, and an amazing gift He was about to give them.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8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4741" y="1563931"/>
            <a:ext cx="7725451" cy="7893182"/>
          </a:xfrm>
          <a:custGeom>
            <a:avLst/>
            <a:gdLst/>
            <a:ahLst/>
            <a:cxnLst/>
            <a:rect r="r" b="b" t="t" l="l"/>
            <a:pathLst>
              <a:path h="7893182" w="7725451">
                <a:moveTo>
                  <a:pt x="0" y="0"/>
                </a:moveTo>
                <a:lnTo>
                  <a:pt x="7725452" y="0"/>
                </a:lnTo>
                <a:lnTo>
                  <a:pt x="7725452" y="7893182"/>
                </a:lnTo>
                <a:lnTo>
                  <a:pt x="0" y="7893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15971" y="-228373"/>
            <a:ext cx="12681223" cy="10743746"/>
            <a:chOff x="0" y="0"/>
            <a:chExt cx="3339911" cy="28296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39910" cy="2829629"/>
            </a:xfrm>
            <a:custGeom>
              <a:avLst/>
              <a:gdLst/>
              <a:ahLst/>
              <a:cxnLst/>
              <a:rect r="r" b="b" t="t" l="l"/>
              <a:pathLst>
                <a:path h="2829629" w="3339910">
                  <a:moveTo>
                    <a:pt x="0" y="0"/>
                  </a:moveTo>
                  <a:lnTo>
                    <a:pt x="3339910" y="0"/>
                  </a:lnTo>
                  <a:lnTo>
                    <a:pt x="3339910" y="2829629"/>
                  </a:lnTo>
                  <a:lnTo>
                    <a:pt x="0" y="2829629"/>
                  </a:lnTo>
                  <a:close/>
                </a:path>
              </a:pathLst>
            </a:custGeom>
            <a:solidFill>
              <a:srgbClr val="A0C4C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339911" cy="2858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028700"/>
            <a:ext cx="8115300" cy="2442713"/>
            <a:chOff x="0" y="0"/>
            <a:chExt cx="2619596" cy="7885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19596" cy="788501"/>
            </a:xfrm>
            <a:custGeom>
              <a:avLst/>
              <a:gdLst/>
              <a:ahLst/>
              <a:cxnLst/>
              <a:rect r="r" b="b" t="t" l="l"/>
              <a:pathLst>
                <a:path h="788501" w="2619596">
                  <a:moveTo>
                    <a:pt x="0" y="0"/>
                  </a:moveTo>
                  <a:lnTo>
                    <a:pt x="2619596" y="0"/>
                  </a:lnTo>
                  <a:lnTo>
                    <a:pt x="2619596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19596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3922144"/>
            <a:ext cx="8115300" cy="2442713"/>
            <a:chOff x="0" y="0"/>
            <a:chExt cx="2619596" cy="7885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19596" cy="788501"/>
            </a:xfrm>
            <a:custGeom>
              <a:avLst/>
              <a:gdLst/>
              <a:ahLst/>
              <a:cxnLst/>
              <a:rect r="r" b="b" t="t" l="l"/>
              <a:pathLst>
                <a:path h="788501" w="2619596">
                  <a:moveTo>
                    <a:pt x="0" y="0"/>
                  </a:moveTo>
                  <a:lnTo>
                    <a:pt x="2619596" y="0"/>
                  </a:lnTo>
                  <a:lnTo>
                    <a:pt x="2619596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19596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6815587"/>
            <a:ext cx="8115300" cy="2442713"/>
            <a:chOff x="0" y="0"/>
            <a:chExt cx="2619596" cy="7885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19596" cy="788501"/>
            </a:xfrm>
            <a:custGeom>
              <a:avLst/>
              <a:gdLst/>
              <a:ahLst/>
              <a:cxnLst/>
              <a:rect r="r" b="b" t="t" l="l"/>
              <a:pathLst>
                <a:path h="788501" w="2619596">
                  <a:moveTo>
                    <a:pt x="0" y="0"/>
                  </a:moveTo>
                  <a:lnTo>
                    <a:pt x="2619596" y="0"/>
                  </a:lnTo>
                  <a:lnTo>
                    <a:pt x="2619596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19596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002725" y="1113004"/>
            <a:ext cx="4397850" cy="71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1"/>
              </a:lnSpc>
            </a:pPr>
            <a:r>
              <a:rPr lang="en-US" sz="4143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GAVE THANKS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02725" y="4081695"/>
            <a:ext cx="4397850" cy="71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1"/>
              </a:lnSpc>
            </a:pPr>
            <a:r>
              <a:rPr lang="en-US" sz="4143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BROKE THE BREAD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02725" y="6974456"/>
            <a:ext cx="4397850" cy="71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1"/>
              </a:lnSpc>
            </a:pPr>
            <a:r>
              <a:rPr lang="en-US" sz="4143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"THIS IS MY BODY"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B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3390" y="888883"/>
            <a:ext cx="4986818" cy="8416570"/>
          </a:xfrm>
          <a:custGeom>
            <a:avLst/>
            <a:gdLst/>
            <a:ahLst/>
            <a:cxnLst/>
            <a:rect r="r" b="b" t="t" l="l"/>
            <a:pathLst>
              <a:path h="8416570" w="4986818">
                <a:moveTo>
                  <a:pt x="0" y="0"/>
                </a:moveTo>
                <a:lnTo>
                  <a:pt x="4986817" y="0"/>
                </a:lnTo>
                <a:lnTo>
                  <a:pt x="4986817" y="8416569"/>
                </a:lnTo>
                <a:lnTo>
                  <a:pt x="0" y="8416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4283" y="-205308"/>
            <a:ext cx="12681223" cy="10743746"/>
            <a:chOff x="0" y="0"/>
            <a:chExt cx="3339911" cy="28296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39910" cy="2829629"/>
            </a:xfrm>
            <a:custGeom>
              <a:avLst/>
              <a:gdLst/>
              <a:ahLst/>
              <a:cxnLst/>
              <a:rect r="r" b="b" t="t" l="l"/>
              <a:pathLst>
                <a:path h="2829629" w="3339910">
                  <a:moveTo>
                    <a:pt x="0" y="0"/>
                  </a:moveTo>
                  <a:lnTo>
                    <a:pt x="3339910" y="0"/>
                  </a:lnTo>
                  <a:lnTo>
                    <a:pt x="3339910" y="2829629"/>
                  </a:lnTo>
                  <a:lnTo>
                    <a:pt x="0" y="2829629"/>
                  </a:lnTo>
                  <a:close/>
                </a:path>
              </a:pathLst>
            </a:custGeom>
            <a:solidFill>
              <a:srgbClr val="FBE5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339911" cy="2858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051765"/>
            <a:ext cx="10267587" cy="2442713"/>
            <a:chOff x="0" y="0"/>
            <a:chExt cx="3314349" cy="7885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14348" cy="788501"/>
            </a:xfrm>
            <a:custGeom>
              <a:avLst/>
              <a:gdLst/>
              <a:ahLst/>
              <a:cxnLst/>
              <a:rect r="r" b="b" t="t" l="l"/>
              <a:pathLst>
                <a:path h="788501" w="3314348">
                  <a:moveTo>
                    <a:pt x="0" y="0"/>
                  </a:moveTo>
                  <a:lnTo>
                    <a:pt x="3314348" y="0"/>
                  </a:lnTo>
                  <a:lnTo>
                    <a:pt x="3314348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14349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945209"/>
            <a:ext cx="10267587" cy="2442713"/>
            <a:chOff x="0" y="0"/>
            <a:chExt cx="3314349" cy="7885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14348" cy="788501"/>
            </a:xfrm>
            <a:custGeom>
              <a:avLst/>
              <a:gdLst/>
              <a:ahLst/>
              <a:cxnLst/>
              <a:rect r="r" b="b" t="t" l="l"/>
              <a:pathLst>
                <a:path h="788501" w="3314348">
                  <a:moveTo>
                    <a:pt x="0" y="0"/>
                  </a:moveTo>
                  <a:lnTo>
                    <a:pt x="3314348" y="0"/>
                  </a:lnTo>
                  <a:lnTo>
                    <a:pt x="3314348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14349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6838653"/>
            <a:ext cx="10267587" cy="2442713"/>
            <a:chOff x="0" y="0"/>
            <a:chExt cx="3314349" cy="7885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14348" cy="788501"/>
            </a:xfrm>
            <a:custGeom>
              <a:avLst/>
              <a:gdLst/>
              <a:ahLst/>
              <a:cxnLst/>
              <a:rect r="r" b="b" t="t" l="l"/>
              <a:pathLst>
                <a:path h="788501" w="3314348">
                  <a:moveTo>
                    <a:pt x="0" y="0"/>
                  </a:moveTo>
                  <a:lnTo>
                    <a:pt x="3314348" y="0"/>
                  </a:lnTo>
                  <a:lnTo>
                    <a:pt x="3314348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314349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963569" y="1208555"/>
            <a:ext cx="4397850" cy="78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42"/>
              </a:lnSpc>
            </a:pPr>
            <a:r>
              <a:rPr lang="en-US" sz="4601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THE CUP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569" y="4103038"/>
            <a:ext cx="4397850" cy="78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42"/>
              </a:lnSpc>
            </a:pPr>
            <a:r>
              <a:rPr lang="en-US" sz="4601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THE WINE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63569" y="6997522"/>
            <a:ext cx="4397850" cy="78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42"/>
              </a:lnSpc>
            </a:pPr>
            <a:r>
              <a:rPr lang="en-US" sz="4601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THE COVENANT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96B8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4608" y="371322"/>
            <a:ext cx="17478784" cy="9544356"/>
            <a:chOff x="0" y="0"/>
            <a:chExt cx="4603466" cy="2513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3466" cy="2513740"/>
            </a:xfrm>
            <a:custGeom>
              <a:avLst/>
              <a:gdLst/>
              <a:ahLst/>
              <a:cxnLst/>
              <a:rect r="r" b="b" t="t" l="l"/>
              <a:pathLst>
                <a:path h="2513740" w="4603466">
                  <a:moveTo>
                    <a:pt x="0" y="0"/>
                  </a:moveTo>
                  <a:lnTo>
                    <a:pt x="4603466" y="0"/>
                  </a:lnTo>
                  <a:lnTo>
                    <a:pt x="4603466" y="2513740"/>
                  </a:lnTo>
                  <a:lnTo>
                    <a:pt x="0" y="2513740"/>
                  </a:lnTo>
                  <a:close/>
                </a:path>
              </a:pathLst>
            </a:custGeom>
            <a:solidFill>
              <a:srgbClr val="FFCF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03466" cy="2542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6785" y="1460731"/>
            <a:ext cx="15394431" cy="161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54"/>
              </a:lnSpc>
            </a:pPr>
            <a:r>
              <a:rPr lang="en-US" sz="9467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THE EUCHARIST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01776" y="4085759"/>
            <a:ext cx="13884447" cy="293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5"/>
              </a:lnSpc>
            </a:pPr>
            <a:r>
              <a:rPr lang="en-US" b="true" sz="5597">
                <a:solidFill>
                  <a:srgbClr val="000000"/>
                </a:solidFill>
                <a:latin typeface="Zen Maru Gothic Bold"/>
                <a:ea typeface="Zen Maru Gothic Bold"/>
                <a:cs typeface="Zen Maru Gothic Bold"/>
                <a:sym typeface="Zen Maru Gothic Bold"/>
              </a:rPr>
              <a:t>Jesus gives us the Eucharist so we can remember Him and feel close to Him always — wherever we are!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73725" y="-189681"/>
            <a:ext cx="5218772" cy="11193077"/>
          </a:xfrm>
          <a:custGeom>
            <a:avLst/>
            <a:gdLst/>
            <a:ahLst/>
            <a:cxnLst/>
            <a:rect r="r" b="b" t="t" l="l"/>
            <a:pathLst>
              <a:path h="11193077" w="5218772">
                <a:moveTo>
                  <a:pt x="0" y="0"/>
                </a:moveTo>
                <a:lnTo>
                  <a:pt x="5218773" y="0"/>
                </a:lnTo>
                <a:lnTo>
                  <a:pt x="5218773" y="11193077"/>
                </a:lnTo>
                <a:lnTo>
                  <a:pt x="0" y="11193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4283" y="-205308"/>
            <a:ext cx="11135855" cy="10743746"/>
            <a:chOff x="0" y="0"/>
            <a:chExt cx="2932900" cy="28296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2900" cy="2829629"/>
            </a:xfrm>
            <a:custGeom>
              <a:avLst/>
              <a:gdLst/>
              <a:ahLst/>
              <a:cxnLst/>
              <a:rect r="r" b="b" t="t" l="l"/>
              <a:pathLst>
                <a:path h="2829629" w="2932900">
                  <a:moveTo>
                    <a:pt x="0" y="0"/>
                  </a:moveTo>
                  <a:lnTo>
                    <a:pt x="2932900" y="0"/>
                  </a:lnTo>
                  <a:lnTo>
                    <a:pt x="2932900" y="2829629"/>
                  </a:lnTo>
                  <a:lnTo>
                    <a:pt x="0" y="2829629"/>
                  </a:lnTo>
                  <a:close/>
                </a:path>
              </a:pathLst>
            </a:custGeom>
            <a:solidFill>
              <a:srgbClr val="A0C4C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932900" cy="2858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051765"/>
            <a:ext cx="8710613" cy="2442713"/>
            <a:chOff x="0" y="0"/>
            <a:chExt cx="2811762" cy="7885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1762" cy="788501"/>
            </a:xfrm>
            <a:custGeom>
              <a:avLst/>
              <a:gdLst/>
              <a:ahLst/>
              <a:cxnLst/>
              <a:rect r="r" b="b" t="t" l="l"/>
              <a:pathLst>
                <a:path h="788501" w="2811762">
                  <a:moveTo>
                    <a:pt x="0" y="0"/>
                  </a:moveTo>
                  <a:lnTo>
                    <a:pt x="2811762" y="0"/>
                  </a:lnTo>
                  <a:lnTo>
                    <a:pt x="2811762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11762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945209"/>
            <a:ext cx="8710613" cy="2442713"/>
            <a:chOff x="0" y="0"/>
            <a:chExt cx="2811762" cy="7885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1762" cy="788501"/>
            </a:xfrm>
            <a:custGeom>
              <a:avLst/>
              <a:gdLst/>
              <a:ahLst/>
              <a:cxnLst/>
              <a:rect r="r" b="b" t="t" l="l"/>
              <a:pathLst>
                <a:path h="788501" w="2811762">
                  <a:moveTo>
                    <a:pt x="0" y="0"/>
                  </a:moveTo>
                  <a:lnTo>
                    <a:pt x="2811762" y="0"/>
                  </a:lnTo>
                  <a:lnTo>
                    <a:pt x="2811762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11762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6838653"/>
            <a:ext cx="8710613" cy="2442713"/>
            <a:chOff x="0" y="0"/>
            <a:chExt cx="2811762" cy="7885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11762" cy="788501"/>
            </a:xfrm>
            <a:custGeom>
              <a:avLst/>
              <a:gdLst/>
              <a:ahLst/>
              <a:cxnLst/>
              <a:rect r="r" b="b" t="t" l="l"/>
              <a:pathLst>
                <a:path h="788501" w="2811762">
                  <a:moveTo>
                    <a:pt x="0" y="0"/>
                  </a:moveTo>
                  <a:lnTo>
                    <a:pt x="2811762" y="0"/>
                  </a:lnTo>
                  <a:lnTo>
                    <a:pt x="2811762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11762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185082" y="1246655"/>
            <a:ext cx="4397850" cy="45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2"/>
              </a:lnSpc>
            </a:pPr>
            <a:r>
              <a:rPr lang="en-US" sz="2673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JESUS LOVES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85082" y="4141138"/>
            <a:ext cx="4397850" cy="45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2"/>
              </a:lnSpc>
            </a:pPr>
            <a:r>
              <a:rPr lang="en-US" sz="2673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JESUS GAVE HIMSELF FOR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85082" y="7035622"/>
            <a:ext cx="4397850" cy="45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2"/>
              </a:lnSpc>
            </a:pPr>
            <a:r>
              <a:rPr lang="en-US" sz="2673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WE SAY THANK YOU!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B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784" y="915940"/>
            <a:ext cx="5725628" cy="8911483"/>
          </a:xfrm>
          <a:custGeom>
            <a:avLst/>
            <a:gdLst/>
            <a:ahLst/>
            <a:cxnLst/>
            <a:rect r="r" b="b" t="t" l="l"/>
            <a:pathLst>
              <a:path h="8911483" w="5725628">
                <a:moveTo>
                  <a:pt x="0" y="0"/>
                </a:moveTo>
                <a:lnTo>
                  <a:pt x="5725628" y="0"/>
                </a:lnTo>
                <a:lnTo>
                  <a:pt x="5725628" y="8911483"/>
                </a:lnTo>
                <a:lnTo>
                  <a:pt x="0" y="891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55124" y="-228373"/>
            <a:ext cx="11873941" cy="10743746"/>
            <a:chOff x="0" y="0"/>
            <a:chExt cx="3127293" cy="28296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27293" cy="2829629"/>
            </a:xfrm>
            <a:custGeom>
              <a:avLst/>
              <a:gdLst/>
              <a:ahLst/>
              <a:cxnLst/>
              <a:rect r="r" b="b" t="t" l="l"/>
              <a:pathLst>
                <a:path h="2829629" w="3127293">
                  <a:moveTo>
                    <a:pt x="0" y="0"/>
                  </a:moveTo>
                  <a:lnTo>
                    <a:pt x="3127293" y="0"/>
                  </a:lnTo>
                  <a:lnTo>
                    <a:pt x="3127293" y="2829629"/>
                  </a:lnTo>
                  <a:lnTo>
                    <a:pt x="0" y="2829629"/>
                  </a:lnTo>
                  <a:close/>
                </a:path>
              </a:pathLst>
            </a:custGeom>
            <a:solidFill>
              <a:srgbClr val="FFE8A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127293" cy="2858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19720" y="1028700"/>
            <a:ext cx="8939580" cy="2442713"/>
            <a:chOff x="0" y="0"/>
            <a:chExt cx="2885672" cy="7885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5672" cy="788501"/>
            </a:xfrm>
            <a:custGeom>
              <a:avLst/>
              <a:gdLst/>
              <a:ahLst/>
              <a:cxnLst/>
              <a:rect r="r" b="b" t="t" l="l"/>
              <a:pathLst>
                <a:path h="788501" w="2885672">
                  <a:moveTo>
                    <a:pt x="0" y="0"/>
                  </a:moveTo>
                  <a:lnTo>
                    <a:pt x="2885672" y="0"/>
                  </a:lnTo>
                  <a:lnTo>
                    <a:pt x="2885672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5672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319720" y="3922144"/>
            <a:ext cx="8939580" cy="2442713"/>
            <a:chOff x="0" y="0"/>
            <a:chExt cx="2885672" cy="7885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85672" cy="788501"/>
            </a:xfrm>
            <a:custGeom>
              <a:avLst/>
              <a:gdLst/>
              <a:ahLst/>
              <a:cxnLst/>
              <a:rect r="r" b="b" t="t" l="l"/>
              <a:pathLst>
                <a:path h="788501" w="2885672">
                  <a:moveTo>
                    <a:pt x="0" y="0"/>
                  </a:moveTo>
                  <a:lnTo>
                    <a:pt x="2885672" y="0"/>
                  </a:lnTo>
                  <a:lnTo>
                    <a:pt x="2885672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85672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19720" y="6815587"/>
            <a:ext cx="8939580" cy="2442713"/>
            <a:chOff x="0" y="0"/>
            <a:chExt cx="2885672" cy="7885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85672" cy="788501"/>
            </a:xfrm>
            <a:custGeom>
              <a:avLst/>
              <a:gdLst/>
              <a:ahLst/>
              <a:cxnLst/>
              <a:rect r="r" b="b" t="t" l="l"/>
              <a:pathLst>
                <a:path h="788501" w="2885672">
                  <a:moveTo>
                    <a:pt x="0" y="0"/>
                  </a:moveTo>
                  <a:lnTo>
                    <a:pt x="2885672" y="0"/>
                  </a:lnTo>
                  <a:lnTo>
                    <a:pt x="2885672" y="788501"/>
                  </a:lnTo>
                  <a:lnTo>
                    <a:pt x="0" y="7885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85672" cy="82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693170" y="1233115"/>
            <a:ext cx="4397850" cy="36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6"/>
              </a:lnSpc>
            </a:pPr>
            <a:r>
              <a:rPr lang="en-US" sz="2119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DRAW THE LAST SUPPER TABLE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93170" y="4127598"/>
            <a:ext cx="4397850" cy="737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6"/>
              </a:lnSpc>
            </a:pPr>
            <a:r>
              <a:rPr lang="en-US" sz="2119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WRITE ONE THING YOU'RE THANKFUL FOR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90585" y="7022081"/>
            <a:ext cx="4397850" cy="36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6"/>
              </a:lnSpc>
            </a:pPr>
            <a:r>
              <a:rPr lang="en-US" sz="2119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SHARE WITH THE CLASS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96B8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4608" y="371322"/>
            <a:ext cx="17478784" cy="9544356"/>
            <a:chOff x="0" y="0"/>
            <a:chExt cx="4603466" cy="2513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3466" cy="2513740"/>
            </a:xfrm>
            <a:custGeom>
              <a:avLst/>
              <a:gdLst/>
              <a:ahLst/>
              <a:cxnLst/>
              <a:rect r="r" b="b" t="t" l="l"/>
              <a:pathLst>
                <a:path h="2513740" w="4603466">
                  <a:moveTo>
                    <a:pt x="0" y="0"/>
                  </a:moveTo>
                  <a:lnTo>
                    <a:pt x="4603466" y="0"/>
                  </a:lnTo>
                  <a:lnTo>
                    <a:pt x="4603466" y="2513740"/>
                  </a:lnTo>
                  <a:lnTo>
                    <a:pt x="0" y="2513740"/>
                  </a:lnTo>
                  <a:close/>
                </a:path>
              </a:pathLst>
            </a:custGeom>
            <a:solidFill>
              <a:srgbClr val="FFCF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03466" cy="2542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6785" y="1460731"/>
            <a:ext cx="15394431" cy="161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54"/>
              </a:lnSpc>
            </a:pPr>
            <a:r>
              <a:rPr lang="en-US" sz="9467">
                <a:solidFill>
                  <a:srgbClr val="FFFFFF"/>
                </a:solidFill>
                <a:latin typeface="Baloo Da"/>
                <a:ea typeface="Baloo Da"/>
                <a:cs typeface="Baloo Da"/>
                <a:sym typeface="Baloo Da"/>
              </a:rPr>
              <a:t>OUR PRAYER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01776" y="4085759"/>
            <a:ext cx="13884447" cy="194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5"/>
              </a:lnSpc>
            </a:pPr>
            <a:r>
              <a:rPr lang="en-US" b="true" sz="5597">
                <a:solidFill>
                  <a:srgbClr val="000000"/>
                </a:solidFill>
                <a:latin typeface="Zen Maru Gothic Bold"/>
                <a:ea typeface="Zen Maru Gothic Bold"/>
                <a:cs typeface="Zen Maru Gothic Bold"/>
                <a:sym typeface="Zen Maru Gothic Bold"/>
              </a:rPr>
              <a:t>"Jesus, thank you for giving yourself to us. Help us remember your love. Amen."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DAHT0W4KNFQ</dc:identifier>
  <dcterms:modified xsi:type="dcterms:W3CDTF">2011-08-01T06:04:30Z</dcterms:modified>
  <cp:revision>1</cp:revision>
</cp:coreProperties>
</file>