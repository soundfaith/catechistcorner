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galin" charset="1" panose="00000500000000000000"/>
      <p:regular r:id="rId14"/>
    </p:embeddedFont>
    <p:embeddedFont>
      <p:font typeface="TT Firs Neue Bold" charset="1" panose="02000803030000020004"/>
      <p:regular r:id="rId15"/>
    </p:embeddedFont>
    <p:embeddedFont>
      <p:font typeface="TT Firs Neue" charset="1" panose="0200050303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22.pn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23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2.png" Type="http://schemas.openxmlformats.org/officeDocument/2006/relationships/image"/><Relationship Id="rId12" Target="../media/image3.svg" Type="http://schemas.openxmlformats.org/officeDocument/2006/relationships/image"/><Relationship Id="rId13" Target="../media/image28.png" Type="http://schemas.openxmlformats.org/officeDocument/2006/relationships/image"/><Relationship Id="rId14" Target="../media/image29.svg" Type="http://schemas.openxmlformats.org/officeDocument/2006/relationships/image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Relationship Id="rId6" Target="../media/image39.sv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Relationship Id="rId9" Target="../media/image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239325">
            <a:off x="6651009" y="-514350"/>
            <a:ext cx="5479758" cy="4114800"/>
          </a:xfrm>
          <a:custGeom>
            <a:avLst/>
            <a:gdLst/>
            <a:ahLst/>
            <a:cxnLst/>
            <a:rect r="r" b="b" t="t" l="l"/>
            <a:pathLst>
              <a:path h="4114800" w="5479758">
                <a:moveTo>
                  <a:pt x="0" y="0"/>
                </a:moveTo>
                <a:lnTo>
                  <a:pt x="5479758" y="0"/>
                </a:lnTo>
                <a:lnTo>
                  <a:pt x="5479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684427" y="0"/>
            <a:ext cx="8603573" cy="10287000"/>
            <a:chOff x="0" y="0"/>
            <a:chExt cx="8603361" cy="10286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5"/>
              <a:stretch>
                <a:fillRect l="-367" t="0" r="-367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927151" y="4346938"/>
            <a:ext cx="5990994" cy="6152497"/>
          </a:xfrm>
          <a:custGeom>
            <a:avLst/>
            <a:gdLst/>
            <a:ahLst/>
            <a:cxnLst/>
            <a:rect r="r" b="b" t="t" l="l"/>
            <a:pathLst>
              <a:path h="6152497" w="5990994">
                <a:moveTo>
                  <a:pt x="0" y="0"/>
                </a:moveTo>
                <a:lnTo>
                  <a:pt x="5990994" y="0"/>
                </a:lnTo>
                <a:lnTo>
                  <a:pt x="5990994" y="6152497"/>
                </a:lnTo>
                <a:lnTo>
                  <a:pt x="0" y="6152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3161" y="243321"/>
            <a:ext cx="5195575" cy="5195575"/>
          </a:xfrm>
          <a:custGeom>
            <a:avLst/>
            <a:gdLst/>
            <a:ahLst/>
            <a:cxnLst/>
            <a:rect r="r" b="b" t="t" l="l"/>
            <a:pathLst>
              <a:path h="5195575" w="5195575">
                <a:moveTo>
                  <a:pt x="0" y="0"/>
                </a:moveTo>
                <a:lnTo>
                  <a:pt x="5195575" y="0"/>
                </a:lnTo>
                <a:lnTo>
                  <a:pt x="5195575" y="5195576"/>
                </a:lnTo>
                <a:lnTo>
                  <a:pt x="0" y="5195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388049" y="9182699"/>
            <a:ext cx="7315200" cy="1316736"/>
          </a:xfrm>
          <a:custGeom>
            <a:avLst/>
            <a:gdLst/>
            <a:ahLst/>
            <a:cxnLst/>
            <a:rect r="r" b="b" t="t" l="l"/>
            <a:pathLst>
              <a:path h="1316736" w="7315200">
                <a:moveTo>
                  <a:pt x="0" y="0"/>
                </a:moveTo>
                <a:lnTo>
                  <a:pt x="7315200" y="0"/>
                </a:lnTo>
                <a:lnTo>
                  <a:pt x="7315200" y="1316736"/>
                </a:lnTo>
                <a:lnTo>
                  <a:pt x="0" y="13167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9517" y="2271136"/>
            <a:ext cx="6225806" cy="17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sz="6795" spc="509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Jesus Is My Savior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9517" y="4120256"/>
            <a:ext cx="4535405" cy="82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Special Lesson About God's Love for You!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1193" y="6300139"/>
            <a:ext cx="5195575" cy="5195575"/>
          </a:xfrm>
          <a:custGeom>
            <a:avLst/>
            <a:gdLst/>
            <a:ahLst/>
            <a:cxnLst/>
            <a:rect r="r" b="b" t="t" l="l"/>
            <a:pathLst>
              <a:path h="5195575" w="5195575">
                <a:moveTo>
                  <a:pt x="0" y="0"/>
                </a:moveTo>
                <a:lnTo>
                  <a:pt x="5195575" y="0"/>
                </a:lnTo>
                <a:lnTo>
                  <a:pt x="5195575" y="5195575"/>
                </a:lnTo>
                <a:lnTo>
                  <a:pt x="0" y="519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08600" y="1028700"/>
            <a:ext cx="15270800" cy="5295117"/>
            <a:chOff x="0" y="0"/>
            <a:chExt cx="2558626" cy="8871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8626" cy="887198"/>
            </a:xfrm>
            <a:custGeom>
              <a:avLst/>
              <a:gdLst/>
              <a:ahLst/>
              <a:cxnLst/>
              <a:rect r="r" b="b" t="t" l="l"/>
              <a:pathLst>
                <a:path h="887198" w="2558626">
                  <a:moveTo>
                    <a:pt x="1103521" y="238261"/>
                  </a:moveTo>
                  <a:lnTo>
                    <a:pt x="1103521" y="106342"/>
                  </a:lnTo>
                  <a:cubicBezTo>
                    <a:pt x="1103521" y="78138"/>
                    <a:pt x="1092317" y="51090"/>
                    <a:pt x="1072374" y="31147"/>
                  </a:cubicBezTo>
                  <a:cubicBezTo>
                    <a:pt x="1052431" y="11204"/>
                    <a:pt x="1025382" y="0"/>
                    <a:pt x="997179" y="0"/>
                  </a:cubicBezTo>
                  <a:lnTo>
                    <a:pt x="106342" y="0"/>
                  </a:lnTo>
                  <a:cubicBezTo>
                    <a:pt x="47611" y="1"/>
                    <a:pt x="1" y="47611"/>
                    <a:pt x="0" y="106342"/>
                  </a:cubicBezTo>
                  <a:lnTo>
                    <a:pt x="0" y="416170"/>
                  </a:lnTo>
                  <a:cubicBezTo>
                    <a:pt x="1" y="474901"/>
                    <a:pt x="47611" y="522512"/>
                    <a:pt x="106342" y="522512"/>
                  </a:cubicBezTo>
                  <a:lnTo>
                    <a:pt x="376585" y="522512"/>
                  </a:lnTo>
                  <a:cubicBezTo>
                    <a:pt x="404789" y="522512"/>
                    <a:pt x="431838" y="533716"/>
                    <a:pt x="451781" y="553659"/>
                  </a:cubicBezTo>
                  <a:cubicBezTo>
                    <a:pt x="471724" y="573602"/>
                    <a:pt x="482928" y="600651"/>
                    <a:pt x="482928" y="628854"/>
                  </a:cubicBezTo>
                  <a:lnTo>
                    <a:pt x="482928" y="780856"/>
                  </a:lnTo>
                  <a:cubicBezTo>
                    <a:pt x="482928" y="839587"/>
                    <a:pt x="530539" y="887197"/>
                    <a:pt x="589270" y="887198"/>
                  </a:cubicBezTo>
                  <a:lnTo>
                    <a:pt x="2452283" y="887198"/>
                  </a:lnTo>
                  <a:cubicBezTo>
                    <a:pt x="2480487" y="887198"/>
                    <a:pt x="2507536" y="875994"/>
                    <a:pt x="2527479" y="856051"/>
                  </a:cubicBezTo>
                  <a:cubicBezTo>
                    <a:pt x="2547422" y="836108"/>
                    <a:pt x="2558626" y="809059"/>
                    <a:pt x="2558626" y="780856"/>
                  </a:cubicBezTo>
                  <a:lnTo>
                    <a:pt x="2558626" y="450945"/>
                  </a:lnTo>
                  <a:cubicBezTo>
                    <a:pt x="2558626" y="422742"/>
                    <a:pt x="2547422" y="395693"/>
                    <a:pt x="2527479" y="375750"/>
                  </a:cubicBezTo>
                  <a:cubicBezTo>
                    <a:pt x="2507536" y="355807"/>
                    <a:pt x="2480487" y="344603"/>
                    <a:pt x="2452283" y="344603"/>
                  </a:cubicBezTo>
                  <a:lnTo>
                    <a:pt x="1209863" y="344603"/>
                  </a:lnTo>
                  <a:cubicBezTo>
                    <a:pt x="1151132" y="344603"/>
                    <a:pt x="1103521" y="296992"/>
                    <a:pt x="1103521" y="238261"/>
                  </a:cubicBezTo>
                  <a:close/>
                </a:path>
              </a:pathLst>
            </a:custGeom>
            <a:blipFill>
              <a:blip r:embed="rId5"/>
              <a:stretch>
                <a:fillRect l="0" t="-108" r="0" b="-10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2700000">
            <a:off x="2199587" y="4706975"/>
            <a:ext cx="1319820" cy="1319820"/>
          </a:xfrm>
          <a:custGeom>
            <a:avLst/>
            <a:gdLst/>
            <a:ahLst/>
            <a:cxnLst/>
            <a:rect r="r" b="b" t="t" l="l"/>
            <a:pathLst>
              <a:path h="1319820" w="1319820">
                <a:moveTo>
                  <a:pt x="0" y="0"/>
                </a:moveTo>
                <a:lnTo>
                  <a:pt x="1319820" y="0"/>
                </a:lnTo>
                <a:lnTo>
                  <a:pt x="1319820" y="1319820"/>
                </a:lnTo>
                <a:lnTo>
                  <a:pt x="0" y="1319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58145" y="1479007"/>
            <a:ext cx="3479232" cy="6090559"/>
          </a:xfrm>
          <a:custGeom>
            <a:avLst/>
            <a:gdLst/>
            <a:ahLst/>
            <a:cxnLst/>
            <a:rect r="r" b="b" t="t" l="l"/>
            <a:pathLst>
              <a:path h="6090559" w="3479232">
                <a:moveTo>
                  <a:pt x="0" y="0"/>
                </a:moveTo>
                <a:lnTo>
                  <a:pt x="3479232" y="0"/>
                </a:lnTo>
                <a:lnTo>
                  <a:pt x="3479232" y="6090559"/>
                </a:lnTo>
                <a:lnTo>
                  <a:pt x="0" y="6090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4957" y="1867150"/>
            <a:ext cx="365847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John 3:17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239325">
            <a:off x="14047890" y="-1553390"/>
            <a:ext cx="6562081" cy="8113856"/>
          </a:xfrm>
          <a:custGeom>
            <a:avLst/>
            <a:gdLst/>
            <a:ahLst/>
            <a:cxnLst/>
            <a:rect r="r" b="b" t="t" l="l"/>
            <a:pathLst>
              <a:path h="8113856" w="6562081">
                <a:moveTo>
                  <a:pt x="0" y="0"/>
                </a:moveTo>
                <a:lnTo>
                  <a:pt x="6562081" y="0"/>
                </a:lnTo>
                <a:lnTo>
                  <a:pt x="6562081" y="8113856"/>
                </a:lnTo>
                <a:lnTo>
                  <a:pt x="0" y="81138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47310" y="7012273"/>
            <a:ext cx="5862284" cy="17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  <a:spcBef>
                <a:spcPct val="0"/>
              </a:spcBef>
            </a:pPr>
            <a:r>
              <a:rPr lang="en-US" sz="6795" spc="509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Jesus Came to Save Us!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35467" y="7211586"/>
            <a:ext cx="4987178" cy="126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"For God did not send his Son into the world to condemn the world, but to save the world through him."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— John 3:17</a:t>
            </a:r>
          </a:p>
          <a:p>
            <a:pPr algn="l" marL="0" indent="0" lvl="0">
              <a:lnSpc>
                <a:spcPts val="2079"/>
              </a:lnSpc>
            </a:pPr>
            <a:r>
              <a:rPr lang="en-US" sz="1485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God loves us SO much that He sent Jesus to help us and save us!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64196" y="8268861"/>
            <a:ext cx="2515204" cy="2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</a:pPr>
            <a:r>
              <a:rPr lang="en-US" b="true" sz="1485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Jesus Is My Savior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95798">
            <a:off x="-2161678" y="-3681161"/>
            <a:ext cx="6881981" cy="7187447"/>
          </a:xfrm>
          <a:custGeom>
            <a:avLst/>
            <a:gdLst/>
            <a:ahLst/>
            <a:cxnLst/>
            <a:rect r="r" b="b" t="t" l="l"/>
            <a:pathLst>
              <a:path h="7187447" w="6881981">
                <a:moveTo>
                  <a:pt x="0" y="0"/>
                </a:moveTo>
                <a:lnTo>
                  <a:pt x="6881980" y="0"/>
                </a:lnTo>
                <a:lnTo>
                  <a:pt x="6881980" y="7187447"/>
                </a:lnTo>
                <a:lnTo>
                  <a:pt x="0" y="7187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29621" y="1579608"/>
            <a:ext cx="6967636" cy="1719182"/>
            <a:chOff x="0" y="0"/>
            <a:chExt cx="1835097" cy="4527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E8A0D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862595" y="7832222"/>
            <a:ext cx="3425405" cy="2478748"/>
          </a:xfrm>
          <a:custGeom>
            <a:avLst/>
            <a:gdLst/>
            <a:ahLst/>
            <a:cxnLst/>
            <a:rect r="r" b="b" t="t" l="l"/>
            <a:pathLst>
              <a:path h="2478748" w="3425405">
                <a:moveTo>
                  <a:pt x="0" y="0"/>
                </a:moveTo>
                <a:lnTo>
                  <a:pt x="3425405" y="0"/>
                </a:lnTo>
                <a:lnTo>
                  <a:pt x="3425405" y="2478748"/>
                </a:lnTo>
                <a:lnTo>
                  <a:pt x="0" y="2478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44856" y="7062571"/>
            <a:ext cx="6967636" cy="1719182"/>
            <a:chOff x="0" y="0"/>
            <a:chExt cx="1835097" cy="4527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E8A0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44856" y="4898713"/>
            <a:ext cx="6967636" cy="1719182"/>
            <a:chOff x="0" y="0"/>
            <a:chExt cx="1835097" cy="4527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5097" cy="452789"/>
            </a:xfrm>
            <a:custGeom>
              <a:avLst/>
              <a:gdLst/>
              <a:ahLst/>
              <a:cxnLst/>
              <a:rect r="r" b="b" t="t" l="l"/>
              <a:pathLst>
                <a:path h="452789" w="1835097">
                  <a:moveTo>
                    <a:pt x="56667" y="0"/>
                  </a:moveTo>
                  <a:lnTo>
                    <a:pt x="1778430" y="0"/>
                  </a:lnTo>
                  <a:cubicBezTo>
                    <a:pt x="1793459" y="0"/>
                    <a:pt x="1807873" y="5970"/>
                    <a:pt x="1818500" y="16598"/>
                  </a:cubicBezTo>
                  <a:cubicBezTo>
                    <a:pt x="1829127" y="27225"/>
                    <a:pt x="1835097" y="41638"/>
                    <a:pt x="1835097" y="56667"/>
                  </a:cubicBezTo>
                  <a:lnTo>
                    <a:pt x="1835097" y="396121"/>
                  </a:lnTo>
                  <a:cubicBezTo>
                    <a:pt x="1835097" y="411150"/>
                    <a:pt x="1829127" y="425564"/>
                    <a:pt x="1818500" y="436191"/>
                  </a:cubicBezTo>
                  <a:cubicBezTo>
                    <a:pt x="1807873" y="446818"/>
                    <a:pt x="1793459" y="452789"/>
                    <a:pt x="1778430" y="452789"/>
                  </a:cubicBezTo>
                  <a:lnTo>
                    <a:pt x="56667" y="452789"/>
                  </a:lnTo>
                  <a:cubicBezTo>
                    <a:pt x="41638" y="452789"/>
                    <a:pt x="27225" y="446818"/>
                    <a:pt x="16598" y="436191"/>
                  </a:cubicBezTo>
                  <a:cubicBezTo>
                    <a:pt x="5970" y="425564"/>
                    <a:pt x="0" y="411150"/>
                    <a:pt x="0" y="396121"/>
                  </a:cubicBezTo>
                  <a:lnTo>
                    <a:pt x="0" y="56667"/>
                  </a:lnTo>
                  <a:cubicBezTo>
                    <a:pt x="0" y="41638"/>
                    <a:pt x="5970" y="27225"/>
                    <a:pt x="16598" y="16598"/>
                  </a:cubicBezTo>
                  <a:cubicBezTo>
                    <a:pt x="27225" y="5970"/>
                    <a:pt x="41638" y="0"/>
                    <a:pt x="56667" y="0"/>
                  </a:cubicBezTo>
                  <a:close/>
                </a:path>
              </a:pathLst>
            </a:custGeom>
            <a:solidFill>
              <a:srgbClr val="E8A0D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835097" cy="50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07001" y="2730384"/>
            <a:ext cx="7253192" cy="9195806"/>
          </a:xfrm>
          <a:custGeom>
            <a:avLst/>
            <a:gdLst/>
            <a:ahLst/>
            <a:cxnLst/>
            <a:rect r="r" b="b" t="t" l="l"/>
            <a:pathLst>
              <a:path h="9195806" w="7253192">
                <a:moveTo>
                  <a:pt x="0" y="0"/>
                </a:moveTo>
                <a:lnTo>
                  <a:pt x="7253192" y="0"/>
                </a:lnTo>
                <a:lnTo>
                  <a:pt x="7253192" y="9195806"/>
                </a:lnTo>
                <a:lnTo>
                  <a:pt x="0" y="9195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44856" y="2633073"/>
            <a:ext cx="616779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510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Who Is Jesus?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6239325">
            <a:off x="13648633" y="-1766196"/>
            <a:ext cx="6530619" cy="6341574"/>
          </a:xfrm>
          <a:custGeom>
            <a:avLst/>
            <a:gdLst/>
            <a:ahLst/>
            <a:cxnLst/>
            <a:rect r="r" b="b" t="t" l="l"/>
            <a:pathLst>
              <a:path h="6341574" w="6530619">
                <a:moveTo>
                  <a:pt x="0" y="0"/>
                </a:moveTo>
                <a:lnTo>
                  <a:pt x="6530619" y="0"/>
                </a:lnTo>
                <a:lnTo>
                  <a:pt x="6530619" y="6341574"/>
                </a:lnTo>
                <a:lnTo>
                  <a:pt x="0" y="63415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33565" y="5223300"/>
            <a:ext cx="1152802" cy="1125554"/>
          </a:xfrm>
          <a:custGeom>
            <a:avLst/>
            <a:gdLst/>
            <a:ahLst/>
            <a:cxnLst/>
            <a:rect r="r" b="b" t="t" l="l"/>
            <a:pathLst>
              <a:path h="1125554" w="1152802">
                <a:moveTo>
                  <a:pt x="0" y="0"/>
                </a:moveTo>
                <a:lnTo>
                  <a:pt x="1152802" y="0"/>
                </a:lnTo>
                <a:lnTo>
                  <a:pt x="1152802" y="1125554"/>
                </a:lnTo>
                <a:lnTo>
                  <a:pt x="0" y="112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43218" y="1904196"/>
            <a:ext cx="1152802" cy="1125554"/>
          </a:xfrm>
          <a:custGeom>
            <a:avLst/>
            <a:gdLst/>
            <a:ahLst/>
            <a:cxnLst/>
            <a:rect r="r" b="b" t="t" l="l"/>
            <a:pathLst>
              <a:path h="1125554" w="1152802">
                <a:moveTo>
                  <a:pt x="0" y="0"/>
                </a:moveTo>
                <a:lnTo>
                  <a:pt x="1152802" y="0"/>
                </a:lnTo>
                <a:lnTo>
                  <a:pt x="1152802" y="1125553"/>
                </a:lnTo>
                <a:lnTo>
                  <a:pt x="0" y="11255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233565" y="7359385"/>
            <a:ext cx="1152802" cy="1125554"/>
          </a:xfrm>
          <a:custGeom>
            <a:avLst/>
            <a:gdLst/>
            <a:ahLst/>
            <a:cxnLst/>
            <a:rect r="r" b="b" t="t" l="l"/>
            <a:pathLst>
              <a:path h="1125554" w="1152802">
                <a:moveTo>
                  <a:pt x="0" y="0"/>
                </a:moveTo>
                <a:lnTo>
                  <a:pt x="1152802" y="0"/>
                </a:lnTo>
                <a:lnTo>
                  <a:pt x="1152802" y="1125554"/>
                </a:lnTo>
                <a:lnTo>
                  <a:pt x="0" y="1125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54072" y="1856571"/>
            <a:ext cx="281808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Jesus Our Helper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54072" y="2420149"/>
            <a:ext cx="462748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Jesus is always with us, ready to help us every single day!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70016" y="7339533"/>
            <a:ext cx="3535370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Jesus Our Savior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70016" y="5175675"/>
            <a:ext cx="269585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Jesus Our Friend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70016" y="7903112"/>
            <a:ext cx="442677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Jesus came to save us from sin and give us a life full of joy and hope.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70016" y="5739254"/>
            <a:ext cx="442677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Jesus loves you so much and wants to be your best friend forever.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44856" y="1531983"/>
            <a:ext cx="3482033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Grade 3 Bible Lesson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1193" y="6300139"/>
            <a:ext cx="5195575" cy="5195575"/>
          </a:xfrm>
          <a:custGeom>
            <a:avLst/>
            <a:gdLst/>
            <a:ahLst/>
            <a:cxnLst/>
            <a:rect r="r" b="b" t="t" l="l"/>
            <a:pathLst>
              <a:path h="5195575" w="5195575">
                <a:moveTo>
                  <a:pt x="0" y="0"/>
                </a:moveTo>
                <a:lnTo>
                  <a:pt x="5195575" y="0"/>
                </a:lnTo>
                <a:lnTo>
                  <a:pt x="5195575" y="5195575"/>
                </a:lnTo>
                <a:lnTo>
                  <a:pt x="0" y="5195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98777" y="1495088"/>
            <a:ext cx="7521398" cy="7296825"/>
            <a:chOff x="0" y="0"/>
            <a:chExt cx="1165261" cy="11304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5261" cy="1130469"/>
            </a:xfrm>
            <a:custGeom>
              <a:avLst/>
              <a:gdLst/>
              <a:ahLst/>
              <a:cxnLst/>
              <a:rect r="r" b="b" t="t" l="l"/>
              <a:pathLst>
                <a:path h="1130469" w="1165261">
                  <a:moveTo>
                    <a:pt x="23674" y="0"/>
                  </a:moveTo>
                  <a:lnTo>
                    <a:pt x="1141587" y="0"/>
                  </a:lnTo>
                  <a:cubicBezTo>
                    <a:pt x="1154662" y="0"/>
                    <a:pt x="1165261" y="10599"/>
                    <a:pt x="1165261" y="23674"/>
                  </a:cubicBezTo>
                  <a:lnTo>
                    <a:pt x="1165261" y="1106795"/>
                  </a:lnTo>
                  <a:cubicBezTo>
                    <a:pt x="1165261" y="1113074"/>
                    <a:pt x="1162767" y="1119095"/>
                    <a:pt x="1158327" y="1123535"/>
                  </a:cubicBezTo>
                  <a:cubicBezTo>
                    <a:pt x="1153888" y="1127975"/>
                    <a:pt x="1147866" y="1130469"/>
                    <a:pt x="1141587" y="1130469"/>
                  </a:cubicBezTo>
                  <a:lnTo>
                    <a:pt x="23674" y="1130469"/>
                  </a:lnTo>
                  <a:cubicBezTo>
                    <a:pt x="17396" y="1130469"/>
                    <a:pt x="11374" y="1127975"/>
                    <a:pt x="6934" y="1123535"/>
                  </a:cubicBezTo>
                  <a:cubicBezTo>
                    <a:pt x="2494" y="1119095"/>
                    <a:pt x="0" y="1113074"/>
                    <a:pt x="0" y="1106795"/>
                  </a:cubicBezTo>
                  <a:lnTo>
                    <a:pt x="0" y="23674"/>
                  </a:lnTo>
                  <a:cubicBezTo>
                    <a:pt x="0" y="17396"/>
                    <a:pt x="2494" y="11374"/>
                    <a:pt x="6934" y="6934"/>
                  </a:cubicBezTo>
                  <a:cubicBezTo>
                    <a:pt x="11374" y="2494"/>
                    <a:pt x="17396" y="0"/>
                    <a:pt x="2367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701" r="0" b="-70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862595" y="7832222"/>
            <a:ext cx="3425405" cy="2478748"/>
          </a:xfrm>
          <a:custGeom>
            <a:avLst/>
            <a:gdLst/>
            <a:ahLst/>
            <a:cxnLst/>
            <a:rect r="r" b="b" t="t" l="l"/>
            <a:pathLst>
              <a:path h="2478748" w="3425405">
                <a:moveTo>
                  <a:pt x="0" y="0"/>
                </a:moveTo>
                <a:lnTo>
                  <a:pt x="3425405" y="0"/>
                </a:lnTo>
                <a:lnTo>
                  <a:pt x="3425405" y="2478748"/>
                </a:lnTo>
                <a:lnTo>
                  <a:pt x="0" y="24787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69441" y="3912883"/>
            <a:ext cx="9012311" cy="4879029"/>
            <a:chOff x="0" y="0"/>
            <a:chExt cx="2373613" cy="12850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73613" cy="1285012"/>
            </a:xfrm>
            <a:custGeom>
              <a:avLst/>
              <a:gdLst/>
              <a:ahLst/>
              <a:cxnLst/>
              <a:rect r="r" b="b" t="t" l="l"/>
              <a:pathLst>
                <a:path h="1285012" w="2373613">
                  <a:moveTo>
                    <a:pt x="43811" y="0"/>
                  </a:moveTo>
                  <a:lnTo>
                    <a:pt x="2329802" y="0"/>
                  </a:lnTo>
                  <a:cubicBezTo>
                    <a:pt x="2341421" y="0"/>
                    <a:pt x="2352565" y="4616"/>
                    <a:pt x="2360781" y="12832"/>
                  </a:cubicBezTo>
                  <a:cubicBezTo>
                    <a:pt x="2368997" y="21048"/>
                    <a:pt x="2373613" y="32192"/>
                    <a:pt x="2373613" y="43811"/>
                  </a:cubicBezTo>
                  <a:lnTo>
                    <a:pt x="2373613" y="1241201"/>
                  </a:lnTo>
                  <a:cubicBezTo>
                    <a:pt x="2373613" y="1252820"/>
                    <a:pt x="2368997" y="1263964"/>
                    <a:pt x="2360781" y="1272180"/>
                  </a:cubicBezTo>
                  <a:cubicBezTo>
                    <a:pt x="2352565" y="1280396"/>
                    <a:pt x="2341421" y="1285012"/>
                    <a:pt x="2329802" y="1285012"/>
                  </a:cubicBezTo>
                  <a:lnTo>
                    <a:pt x="43811" y="1285012"/>
                  </a:lnTo>
                  <a:cubicBezTo>
                    <a:pt x="32192" y="1285012"/>
                    <a:pt x="21048" y="1280396"/>
                    <a:pt x="12832" y="1272180"/>
                  </a:cubicBezTo>
                  <a:cubicBezTo>
                    <a:pt x="4616" y="1263964"/>
                    <a:pt x="0" y="1252820"/>
                    <a:pt x="0" y="1241201"/>
                  </a:cubicBezTo>
                  <a:lnTo>
                    <a:pt x="0" y="43811"/>
                  </a:lnTo>
                  <a:cubicBezTo>
                    <a:pt x="0" y="32192"/>
                    <a:pt x="4616" y="21048"/>
                    <a:pt x="12832" y="12832"/>
                  </a:cubicBezTo>
                  <a:cubicBezTo>
                    <a:pt x="21048" y="4616"/>
                    <a:pt x="32192" y="0"/>
                    <a:pt x="43811" y="0"/>
                  </a:cubicBezTo>
                  <a:close/>
                </a:path>
              </a:pathLst>
            </a:custGeom>
            <a:solidFill>
              <a:srgbClr val="E8A0D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373613" cy="1332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69441" y="3912883"/>
            <a:ext cx="1918960" cy="4879029"/>
            <a:chOff x="0" y="0"/>
            <a:chExt cx="505405" cy="12850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5405" cy="1285012"/>
            </a:xfrm>
            <a:custGeom>
              <a:avLst/>
              <a:gdLst/>
              <a:ahLst/>
              <a:cxnLst/>
              <a:rect r="r" b="b" t="t" l="l"/>
              <a:pathLst>
                <a:path h="1285012" w="505405">
                  <a:moveTo>
                    <a:pt x="205756" y="0"/>
                  </a:moveTo>
                  <a:lnTo>
                    <a:pt x="299649" y="0"/>
                  </a:lnTo>
                  <a:cubicBezTo>
                    <a:pt x="354219" y="0"/>
                    <a:pt x="406554" y="21678"/>
                    <a:pt x="445140" y="60265"/>
                  </a:cubicBezTo>
                  <a:cubicBezTo>
                    <a:pt x="483727" y="98851"/>
                    <a:pt x="505405" y="151186"/>
                    <a:pt x="505405" y="205756"/>
                  </a:cubicBezTo>
                  <a:lnTo>
                    <a:pt x="505405" y="1079256"/>
                  </a:lnTo>
                  <a:cubicBezTo>
                    <a:pt x="505405" y="1192892"/>
                    <a:pt x="413285" y="1285012"/>
                    <a:pt x="299649" y="1285012"/>
                  </a:cubicBezTo>
                  <a:lnTo>
                    <a:pt x="205756" y="1285012"/>
                  </a:lnTo>
                  <a:cubicBezTo>
                    <a:pt x="92120" y="1285012"/>
                    <a:pt x="0" y="1192892"/>
                    <a:pt x="0" y="1079256"/>
                  </a:cubicBezTo>
                  <a:lnTo>
                    <a:pt x="0" y="205756"/>
                  </a:lnTo>
                  <a:cubicBezTo>
                    <a:pt x="0" y="92120"/>
                    <a:pt x="92120" y="0"/>
                    <a:pt x="205756" y="0"/>
                  </a:cubicBezTo>
                  <a:close/>
                </a:path>
              </a:pathLst>
            </a:custGeom>
            <a:solidFill>
              <a:srgbClr val="FFDA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505405" cy="1332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325050" y="4245248"/>
            <a:ext cx="1017145" cy="1177592"/>
          </a:xfrm>
          <a:custGeom>
            <a:avLst/>
            <a:gdLst/>
            <a:ahLst/>
            <a:cxnLst/>
            <a:rect r="r" b="b" t="t" l="l"/>
            <a:pathLst>
              <a:path h="1177592" w="1017145">
                <a:moveTo>
                  <a:pt x="0" y="0"/>
                </a:moveTo>
                <a:lnTo>
                  <a:pt x="1017145" y="0"/>
                </a:lnTo>
                <a:lnTo>
                  <a:pt x="1017145" y="1177592"/>
                </a:lnTo>
                <a:lnTo>
                  <a:pt x="0" y="11775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25050" y="5709411"/>
            <a:ext cx="1017145" cy="1177592"/>
          </a:xfrm>
          <a:custGeom>
            <a:avLst/>
            <a:gdLst/>
            <a:ahLst/>
            <a:cxnLst/>
            <a:rect r="r" b="b" t="t" l="l"/>
            <a:pathLst>
              <a:path h="1177592" w="1017145">
                <a:moveTo>
                  <a:pt x="0" y="0"/>
                </a:moveTo>
                <a:lnTo>
                  <a:pt x="1017145" y="0"/>
                </a:lnTo>
                <a:lnTo>
                  <a:pt x="1017145" y="1177592"/>
                </a:lnTo>
                <a:lnTo>
                  <a:pt x="0" y="11775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325050" y="7172753"/>
            <a:ext cx="1017145" cy="1177592"/>
          </a:xfrm>
          <a:custGeom>
            <a:avLst/>
            <a:gdLst/>
            <a:ahLst/>
            <a:cxnLst/>
            <a:rect r="r" b="b" t="t" l="l"/>
            <a:pathLst>
              <a:path h="1177592" w="1017145">
                <a:moveTo>
                  <a:pt x="0" y="0"/>
                </a:moveTo>
                <a:lnTo>
                  <a:pt x="1017145" y="0"/>
                </a:lnTo>
                <a:lnTo>
                  <a:pt x="1017145" y="1177592"/>
                </a:lnTo>
                <a:lnTo>
                  <a:pt x="0" y="11775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69441" y="1618913"/>
            <a:ext cx="6320730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510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Trust Jesus!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09360" y="4469163"/>
            <a:ext cx="5249940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 the Dark: When you feel scared at night, Jesus is right there with you!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09360" y="5933326"/>
            <a:ext cx="5249940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Feeling Lonely: When you miss a friend, talk to Jesus - He always listens!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9360" y="7397001"/>
            <a:ext cx="5249940" cy="69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b="true" sz="1998">
                <a:solidFill>
                  <a:srgbClr val="0B0A0A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Feeling Sad: When your heart hurts, Jesus holds you close with His love!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6239325">
            <a:off x="13791802" y="-762323"/>
            <a:ext cx="5479758" cy="4114800"/>
          </a:xfrm>
          <a:custGeom>
            <a:avLst/>
            <a:gdLst/>
            <a:ahLst/>
            <a:cxnLst/>
            <a:rect r="r" b="b" t="t" l="l"/>
            <a:pathLst>
              <a:path h="4114800" w="5479758">
                <a:moveTo>
                  <a:pt x="0" y="0"/>
                </a:moveTo>
                <a:lnTo>
                  <a:pt x="5479758" y="0"/>
                </a:lnTo>
                <a:lnTo>
                  <a:pt x="5479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98777" y="634873"/>
            <a:ext cx="3493629" cy="393827"/>
          </a:xfrm>
          <a:custGeom>
            <a:avLst/>
            <a:gdLst/>
            <a:ahLst/>
            <a:cxnLst/>
            <a:rect r="r" b="b" t="t" l="l"/>
            <a:pathLst>
              <a:path h="393827" w="3493629">
                <a:moveTo>
                  <a:pt x="0" y="0"/>
                </a:moveTo>
                <a:lnTo>
                  <a:pt x="3493630" y="0"/>
                </a:lnTo>
                <a:lnTo>
                  <a:pt x="3493630" y="393827"/>
                </a:lnTo>
                <a:lnTo>
                  <a:pt x="0" y="3938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 flipV="true">
            <a:off x="9144000" y="2520107"/>
            <a:ext cx="0" cy="52467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86478" y="5627107"/>
            <a:ext cx="4437944" cy="5538776"/>
          </a:xfrm>
          <a:custGeom>
            <a:avLst/>
            <a:gdLst/>
            <a:ahLst/>
            <a:cxnLst/>
            <a:rect r="r" b="b" t="t" l="l"/>
            <a:pathLst>
              <a:path h="5538776" w="4437944">
                <a:moveTo>
                  <a:pt x="0" y="0"/>
                </a:moveTo>
                <a:lnTo>
                  <a:pt x="4437944" y="0"/>
                </a:lnTo>
                <a:lnTo>
                  <a:pt x="4437944" y="5538775"/>
                </a:lnTo>
                <a:lnTo>
                  <a:pt x="0" y="553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48707" y="7289787"/>
            <a:ext cx="3057734" cy="3586784"/>
          </a:xfrm>
          <a:custGeom>
            <a:avLst/>
            <a:gdLst/>
            <a:ahLst/>
            <a:cxnLst/>
            <a:rect r="r" b="b" t="t" l="l"/>
            <a:pathLst>
              <a:path h="3586784" w="3057734">
                <a:moveTo>
                  <a:pt x="0" y="0"/>
                </a:moveTo>
                <a:lnTo>
                  <a:pt x="3057733" y="0"/>
                </a:lnTo>
                <a:lnTo>
                  <a:pt x="3057733" y="3586784"/>
                </a:lnTo>
                <a:lnTo>
                  <a:pt x="0" y="3586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06138" y="3938477"/>
            <a:ext cx="6320730" cy="17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95"/>
              </a:lnSpc>
              <a:spcBef>
                <a:spcPct val="0"/>
              </a:spcBef>
            </a:pPr>
            <a:r>
              <a:rPr lang="en-US" sz="6795" spc="509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Let's Draw</a:t>
            </a:r>
          </a:p>
          <a:p>
            <a:pPr algn="ctr" marL="0" indent="0" lvl="0">
              <a:lnSpc>
                <a:spcPts val="6795"/>
              </a:lnSpc>
              <a:spcBef>
                <a:spcPct val="0"/>
              </a:spcBef>
            </a:pPr>
            <a:r>
              <a:rPr lang="en-US" sz="6795" spc="509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a Cross!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4156" y="3620934"/>
            <a:ext cx="52185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Draw a tall line going up and down. Nice and straight!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6239325">
            <a:off x="13791802" y="-762323"/>
            <a:ext cx="5479758" cy="4114800"/>
          </a:xfrm>
          <a:custGeom>
            <a:avLst/>
            <a:gdLst/>
            <a:ahLst/>
            <a:cxnLst/>
            <a:rect r="r" b="b" t="t" l="l"/>
            <a:pathLst>
              <a:path h="4114800" w="5479758">
                <a:moveTo>
                  <a:pt x="0" y="0"/>
                </a:moveTo>
                <a:lnTo>
                  <a:pt x="5479758" y="0"/>
                </a:lnTo>
                <a:lnTo>
                  <a:pt x="5479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129064">
            <a:off x="-1137724" y="-918359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20101" y="6127840"/>
            <a:ext cx="1006424" cy="1011944"/>
          </a:xfrm>
          <a:custGeom>
            <a:avLst/>
            <a:gdLst/>
            <a:ahLst/>
            <a:cxnLst/>
            <a:rect r="r" b="b" t="t" l="l"/>
            <a:pathLst>
              <a:path h="1011944" w="1006424">
                <a:moveTo>
                  <a:pt x="0" y="0"/>
                </a:moveTo>
                <a:lnTo>
                  <a:pt x="1006424" y="0"/>
                </a:lnTo>
                <a:lnTo>
                  <a:pt x="1006424" y="1011944"/>
                </a:lnTo>
                <a:lnTo>
                  <a:pt x="0" y="1011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506431" y="4637528"/>
            <a:ext cx="1006424" cy="1011944"/>
          </a:xfrm>
          <a:custGeom>
            <a:avLst/>
            <a:gdLst/>
            <a:ahLst/>
            <a:cxnLst/>
            <a:rect r="r" b="b" t="t" l="l"/>
            <a:pathLst>
              <a:path h="1011944" w="1006424">
                <a:moveTo>
                  <a:pt x="0" y="0"/>
                </a:moveTo>
                <a:lnTo>
                  <a:pt x="1006424" y="0"/>
                </a:lnTo>
                <a:lnTo>
                  <a:pt x="1006424" y="1011944"/>
                </a:lnTo>
                <a:lnTo>
                  <a:pt x="0" y="1011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06431" y="3218590"/>
            <a:ext cx="1006424" cy="1011944"/>
          </a:xfrm>
          <a:custGeom>
            <a:avLst/>
            <a:gdLst/>
            <a:ahLst/>
            <a:cxnLst/>
            <a:rect r="r" b="b" t="t" l="l"/>
            <a:pathLst>
              <a:path h="1011944" w="1006424">
                <a:moveTo>
                  <a:pt x="0" y="0"/>
                </a:moveTo>
                <a:lnTo>
                  <a:pt x="1006424" y="0"/>
                </a:lnTo>
                <a:lnTo>
                  <a:pt x="1006424" y="1011944"/>
                </a:lnTo>
                <a:lnTo>
                  <a:pt x="0" y="10119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503806" y="5903050"/>
            <a:ext cx="2725395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Art Activity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56235" y="4644696"/>
            <a:ext cx="3286223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Step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4156" y="3170965"/>
            <a:ext cx="3039335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Step 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6235" y="6080215"/>
            <a:ext cx="377999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trike="noStrike" u="none">
                <a:solidFill>
                  <a:srgbClr val="760017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Step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6235" y="5094665"/>
            <a:ext cx="474535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Draw a shorter line going across the middle.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56235" y="6530184"/>
            <a:ext cx="52185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98"/>
              </a:lnSpc>
            </a:pPr>
            <a:r>
              <a:rPr lang="en-US" sz="1998">
                <a:solidFill>
                  <a:srgbClr val="0B0A0A"/>
                </a:solidFill>
                <a:latin typeface="TT Firs Neue"/>
                <a:ea typeface="TT Firs Neue"/>
                <a:cs typeface="TT Firs Neue"/>
                <a:sym typeface="TT Firs Neue"/>
              </a:rPr>
              <a:t>Color your cross and remember — Jesus loves you!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2597" y="4875884"/>
            <a:ext cx="6009534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  <a:spcBef>
                <a:spcPct val="0"/>
              </a:spcBef>
            </a:pPr>
            <a:r>
              <a:rPr lang="en-US" sz="6800" spc="510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He Is Always With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2597" y="7627441"/>
            <a:ext cx="6684766" cy="92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</a:pPr>
            <a:r>
              <a:rPr lang="en-US" sz="1799">
                <a:solidFill>
                  <a:srgbClr val="231F20"/>
                </a:solidFill>
                <a:latin typeface="TT Firs Neue"/>
                <a:ea typeface="TT Firs Neue"/>
                <a:cs typeface="TT Firs Neue"/>
                <a:sym typeface="TT Firs Neue"/>
              </a:rPr>
              <a:t>No matter what happens, Jesus is your Savior and best friend. You can talk to Him anytime, anywhere — when you're happy, sad, scared, or excited. He always listens and loves 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097290">
            <a:off x="-1769117" y="-2324862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823059"/>
            <a:ext cx="3404943" cy="2463941"/>
          </a:xfrm>
          <a:custGeom>
            <a:avLst/>
            <a:gdLst/>
            <a:ahLst/>
            <a:cxnLst/>
            <a:rect r="r" b="b" t="t" l="l"/>
            <a:pathLst>
              <a:path h="2463941" w="3404943">
                <a:moveTo>
                  <a:pt x="0" y="0"/>
                </a:moveTo>
                <a:lnTo>
                  <a:pt x="3404943" y="0"/>
                </a:lnTo>
                <a:lnTo>
                  <a:pt x="3404943" y="2463941"/>
                </a:lnTo>
                <a:lnTo>
                  <a:pt x="0" y="2463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12685" y="1624509"/>
            <a:ext cx="6020730" cy="7037982"/>
            <a:chOff x="0" y="0"/>
            <a:chExt cx="1934557" cy="22614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4558" cy="2261416"/>
            </a:xfrm>
            <a:custGeom>
              <a:avLst/>
              <a:gdLst/>
              <a:ahLst/>
              <a:cxnLst/>
              <a:rect r="r" b="b" t="t" l="l"/>
              <a:pathLst>
                <a:path h="2261416" w="1934558">
                  <a:moveTo>
                    <a:pt x="1833071" y="0"/>
                  </a:moveTo>
                  <a:lnTo>
                    <a:pt x="993437" y="0"/>
                  </a:lnTo>
                  <a:cubicBezTo>
                    <a:pt x="937388" y="0"/>
                    <a:pt x="891952" y="45437"/>
                    <a:pt x="891952" y="101486"/>
                  </a:cubicBezTo>
                  <a:lnTo>
                    <a:pt x="891952" y="494266"/>
                  </a:lnTo>
                  <a:cubicBezTo>
                    <a:pt x="891952" y="521182"/>
                    <a:pt x="881260" y="546996"/>
                    <a:pt x="862228" y="566028"/>
                  </a:cubicBezTo>
                  <a:cubicBezTo>
                    <a:pt x="843195" y="585061"/>
                    <a:pt x="817382" y="595753"/>
                    <a:pt x="790466" y="595753"/>
                  </a:cubicBezTo>
                  <a:lnTo>
                    <a:pt x="101486" y="595753"/>
                  </a:lnTo>
                  <a:cubicBezTo>
                    <a:pt x="74570" y="595753"/>
                    <a:pt x="48757" y="606445"/>
                    <a:pt x="29724" y="625478"/>
                  </a:cubicBezTo>
                  <a:cubicBezTo>
                    <a:pt x="10692" y="644510"/>
                    <a:pt x="0" y="670323"/>
                    <a:pt x="0" y="697239"/>
                  </a:cubicBezTo>
                  <a:lnTo>
                    <a:pt x="0" y="2159931"/>
                  </a:lnTo>
                  <a:cubicBezTo>
                    <a:pt x="0" y="2215980"/>
                    <a:pt x="45437" y="2261416"/>
                    <a:pt x="101486" y="2261416"/>
                  </a:cubicBezTo>
                  <a:lnTo>
                    <a:pt x="1321998" y="2261416"/>
                  </a:lnTo>
                  <a:cubicBezTo>
                    <a:pt x="1378047" y="2261416"/>
                    <a:pt x="1423484" y="2215980"/>
                    <a:pt x="1423484" y="2159931"/>
                  </a:cubicBezTo>
                  <a:lnTo>
                    <a:pt x="1423484" y="986605"/>
                  </a:lnTo>
                  <a:cubicBezTo>
                    <a:pt x="1423484" y="959689"/>
                    <a:pt x="1434176" y="933875"/>
                    <a:pt x="1453208" y="914843"/>
                  </a:cubicBezTo>
                  <a:cubicBezTo>
                    <a:pt x="1472241" y="895811"/>
                    <a:pt x="1498055" y="885119"/>
                    <a:pt x="1524971" y="885119"/>
                  </a:cubicBezTo>
                  <a:lnTo>
                    <a:pt x="1833073" y="885119"/>
                  </a:lnTo>
                  <a:cubicBezTo>
                    <a:pt x="1859989" y="885119"/>
                    <a:pt x="1885802" y="874426"/>
                    <a:pt x="1904834" y="855394"/>
                  </a:cubicBezTo>
                  <a:cubicBezTo>
                    <a:pt x="1923866" y="836361"/>
                    <a:pt x="1934559" y="810548"/>
                    <a:pt x="1934558" y="783632"/>
                  </a:cubicBezTo>
                  <a:lnTo>
                    <a:pt x="1934558" y="101486"/>
                  </a:lnTo>
                  <a:cubicBezTo>
                    <a:pt x="1934558" y="74570"/>
                    <a:pt x="1923866" y="48756"/>
                    <a:pt x="1904833" y="29724"/>
                  </a:cubicBezTo>
                  <a:cubicBezTo>
                    <a:pt x="1885801" y="10692"/>
                    <a:pt x="1859987" y="0"/>
                    <a:pt x="1833071" y="0"/>
                  </a:cubicBezTo>
                  <a:close/>
                </a:path>
              </a:pathLst>
            </a:custGeom>
            <a:blipFill>
              <a:blip r:embed="rId7"/>
              <a:stretch>
                <a:fillRect l="-45" t="0" r="-4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6271592" y="-350996"/>
            <a:ext cx="3086100" cy="10854763"/>
            <a:chOff x="0" y="0"/>
            <a:chExt cx="812800" cy="28588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858868"/>
            </a:xfrm>
            <a:custGeom>
              <a:avLst/>
              <a:gdLst/>
              <a:ahLst/>
              <a:cxnLst/>
              <a:rect r="r" b="b" t="t" l="l"/>
              <a:pathLst>
                <a:path h="28588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58868"/>
                  </a:lnTo>
                  <a:lnTo>
                    <a:pt x="0" y="285886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2906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669889" y="913183"/>
            <a:ext cx="7478631" cy="8207002"/>
          </a:xfrm>
          <a:custGeom>
            <a:avLst/>
            <a:gdLst/>
            <a:ahLst/>
            <a:cxnLst/>
            <a:rect r="r" b="b" t="t" l="l"/>
            <a:pathLst>
              <a:path h="8207002" w="7478631">
                <a:moveTo>
                  <a:pt x="0" y="0"/>
                </a:moveTo>
                <a:lnTo>
                  <a:pt x="7478631" y="0"/>
                </a:lnTo>
                <a:lnTo>
                  <a:pt x="7478631" y="8207002"/>
                </a:lnTo>
                <a:lnTo>
                  <a:pt x="0" y="82070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54522" y="1596589"/>
            <a:ext cx="3658477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231F2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Jesus Loves YOU!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271592" y="-350996"/>
            <a:ext cx="3086100" cy="10854763"/>
            <a:chOff x="0" y="0"/>
            <a:chExt cx="812800" cy="2858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858868"/>
            </a:xfrm>
            <a:custGeom>
              <a:avLst/>
              <a:gdLst/>
              <a:ahLst/>
              <a:cxnLst/>
              <a:rect r="r" b="b" t="t" l="l"/>
              <a:pathLst>
                <a:path h="28588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58868"/>
                  </a:lnTo>
                  <a:lnTo>
                    <a:pt x="0" y="285886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906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862595" y="7832222"/>
            <a:ext cx="3425405" cy="2478748"/>
          </a:xfrm>
          <a:custGeom>
            <a:avLst/>
            <a:gdLst/>
            <a:ahLst/>
            <a:cxnLst/>
            <a:rect r="r" b="b" t="t" l="l"/>
            <a:pathLst>
              <a:path h="2478748" w="3425405">
                <a:moveTo>
                  <a:pt x="0" y="0"/>
                </a:moveTo>
                <a:lnTo>
                  <a:pt x="3425405" y="0"/>
                </a:lnTo>
                <a:lnTo>
                  <a:pt x="3425405" y="2478748"/>
                </a:lnTo>
                <a:lnTo>
                  <a:pt x="0" y="2478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08600" y="3626488"/>
            <a:ext cx="15270800" cy="5631812"/>
            <a:chOff x="0" y="0"/>
            <a:chExt cx="2558626" cy="9436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58626" cy="943611"/>
            </a:xfrm>
            <a:custGeom>
              <a:avLst/>
              <a:gdLst/>
              <a:ahLst/>
              <a:cxnLst/>
              <a:rect r="r" b="b" t="t" l="l"/>
              <a:pathLst>
                <a:path h="943611" w="2558626">
                  <a:moveTo>
                    <a:pt x="1103521" y="238261"/>
                  </a:moveTo>
                  <a:lnTo>
                    <a:pt x="1103521" y="106342"/>
                  </a:lnTo>
                  <a:cubicBezTo>
                    <a:pt x="1103521" y="78138"/>
                    <a:pt x="1092317" y="51090"/>
                    <a:pt x="1072374" y="31147"/>
                  </a:cubicBezTo>
                  <a:cubicBezTo>
                    <a:pt x="1052431" y="11204"/>
                    <a:pt x="1025382" y="0"/>
                    <a:pt x="997179" y="0"/>
                  </a:cubicBezTo>
                  <a:lnTo>
                    <a:pt x="106342" y="0"/>
                  </a:lnTo>
                  <a:cubicBezTo>
                    <a:pt x="47611" y="1"/>
                    <a:pt x="1" y="47611"/>
                    <a:pt x="0" y="106342"/>
                  </a:cubicBezTo>
                  <a:lnTo>
                    <a:pt x="0" y="416170"/>
                  </a:lnTo>
                  <a:cubicBezTo>
                    <a:pt x="1" y="474901"/>
                    <a:pt x="47611" y="522512"/>
                    <a:pt x="106342" y="522512"/>
                  </a:cubicBezTo>
                  <a:lnTo>
                    <a:pt x="376585" y="522512"/>
                  </a:lnTo>
                  <a:cubicBezTo>
                    <a:pt x="404789" y="522512"/>
                    <a:pt x="431838" y="533716"/>
                    <a:pt x="451781" y="553659"/>
                  </a:cubicBezTo>
                  <a:cubicBezTo>
                    <a:pt x="471724" y="573602"/>
                    <a:pt x="482928" y="600651"/>
                    <a:pt x="482928" y="628854"/>
                  </a:cubicBezTo>
                  <a:lnTo>
                    <a:pt x="482928" y="837269"/>
                  </a:lnTo>
                  <a:cubicBezTo>
                    <a:pt x="482928" y="896000"/>
                    <a:pt x="530539" y="943611"/>
                    <a:pt x="589270" y="943611"/>
                  </a:cubicBezTo>
                  <a:lnTo>
                    <a:pt x="2452283" y="943611"/>
                  </a:lnTo>
                  <a:cubicBezTo>
                    <a:pt x="2480487" y="943611"/>
                    <a:pt x="2507536" y="932407"/>
                    <a:pt x="2527479" y="912464"/>
                  </a:cubicBezTo>
                  <a:cubicBezTo>
                    <a:pt x="2547422" y="892521"/>
                    <a:pt x="2558626" y="865473"/>
                    <a:pt x="2558626" y="837269"/>
                  </a:cubicBezTo>
                  <a:lnTo>
                    <a:pt x="2558626" y="450945"/>
                  </a:lnTo>
                  <a:cubicBezTo>
                    <a:pt x="2558626" y="422742"/>
                    <a:pt x="2547422" y="395693"/>
                    <a:pt x="2527479" y="375750"/>
                  </a:cubicBezTo>
                  <a:cubicBezTo>
                    <a:pt x="2507536" y="355807"/>
                    <a:pt x="2480487" y="344603"/>
                    <a:pt x="2452283" y="344603"/>
                  </a:cubicBezTo>
                  <a:lnTo>
                    <a:pt x="1209863" y="344603"/>
                  </a:lnTo>
                  <a:cubicBezTo>
                    <a:pt x="1151132" y="344603"/>
                    <a:pt x="1103521" y="296992"/>
                    <a:pt x="1103521" y="238261"/>
                  </a:cubicBezTo>
                  <a:close/>
                </a:path>
              </a:pathLst>
            </a:custGeom>
            <a:blipFill>
              <a:blip r:embed="rId5"/>
              <a:stretch>
                <a:fillRect l="-176" t="0" r="-17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0" y="2817176"/>
            <a:ext cx="5100576" cy="2084708"/>
            <a:chOff x="0" y="0"/>
            <a:chExt cx="1266058" cy="5174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6058" cy="517463"/>
            </a:xfrm>
            <a:custGeom>
              <a:avLst/>
              <a:gdLst/>
              <a:ahLst/>
              <a:cxnLst/>
              <a:rect r="r" b="b" t="t" l="l"/>
              <a:pathLst>
                <a:path h="517463" w="1266058">
                  <a:moveTo>
                    <a:pt x="53125" y="0"/>
                  </a:moveTo>
                  <a:lnTo>
                    <a:pt x="1212933" y="0"/>
                  </a:lnTo>
                  <a:cubicBezTo>
                    <a:pt x="1242273" y="0"/>
                    <a:pt x="1266058" y="23785"/>
                    <a:pt x="1266058" y="53125"/>
                  </a:cubicBezTo>
                  <a:lnTo>
                    <a:pt x="1266058" y="464339"/>
                  </a:lnTo>
                  <a:cubicBezTo>
                    <a:pt x="1266058" y="493679"/>
                    <a:pt x="1242273" y="517463"/>
                    <a:pt x="1212933" y="517463"/>
                  </a:cubicBezTo>
                  <a:lnTo>
                    <a:pt x="53125" y="517463"/>
                  </a:lnTo>
                  <a:cubicBezTo>
                    <a:pt x="23785" y="517463"/>
                    <a:pt x="0" y="493679"/>
                    <a:pt x="0" y="464339"/>
                  </a:cubicBezTo>
                  <a:lnTo>
                    <a:pt x="0" y="53125"/>
                  </a:lnTo>
                  <a:cubicBezTo>
                    <a:pt x="0" y="23785"/>
                    <a:pt x="23785" y="0"/>
                    <a:pt x="53125" y="0"/>
                  </a:cubicBezTo>
                  <a:close/>
                </a:path>
              </a:pathLst>
            </a:custGeom>
            <a:solidFill>
              <a:srgbClr val="1C4348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66058" cy="5650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08770" y="3657822"/>
            <a:ext cx="5364391" cy="5729656"/>
          </a:xfrm>
          <a:custGeom>
            <a:avLst/>
            <a:gdLst/>
            <a:ahLst/>
            <a:cxnLst/>
            <a:rect r="r" b="b" t="t" l="l"/>
            <a:pathLst>
              <a:path h="5729656" w="5364391">
                <a:moveTo>
                  <a:pt x="0" y="0"/>
                </a:moveTo>
                <a:lnTo>
                  <a:pt x="5364390" y="0"/>
                </a:lnTo>
                <a:lnTo>
                  <a:pt x="5364390" y="5729656"/>
                </a:lnTo>
                <a:lnTo>
                  <a:pt x="0" y="5729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801152" y="-1826263"/>
            <a:ext cx="5195575" cy="5195575"/>
          </a:xfrm>
          <a:custGeom>
            <a:avLst/>
            <a:gdLst/>
            <a:ahLst/>
            <a:cxnLst/>
            <a:rect r="r" b="b" t="t" l="l"/>
            <a:pathLst>
              <a:path h="5195575" w="5195575">
                <a:moveTo>
                  <a:pt x="0" y="0"/>
                </a:moveTo>
                <a:lnTo>
                  <a:pt x="5195576" y="0"/>
                </a:lnTo>
                <a:lnTo>
                  <a:pt x="5195576" y="5195576"/>
                </a:lnTo>
                <a:lnTo>
                  <a:pt x="0" y="51955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8225531" y="0"/>
            <a:ext cx="10062469" cy="1811244"/>
          </a:xfrm>
          <a:custGeom>
            <a:avLst/>
            <a:gdLst/>
            <a:ahLst/>
            <a:cxnLst/>
            <a:rect r="r" b="b" t="t" l="l"/>
            <a:pathLst>
              <a:path h="1811244" w="10062469">
                <a:moveTo>
                  <a:pt x="0" y="0"/>
                </a:moveTo>
                <a:lnTo>
                  <a:pt x="10062469" y="0"/>
                </a:lnTo>
                <a:lnTo>
                  <a:pt x="10062469" y="1811244"/>
                </a:lnTo>
                <a:lnTo>
                  <a:pt x="0" y="18112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47310" y="1674093"/>
            <a:ext cx="6278221" cy="1753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  <a:spcBef>
                <a:spcPct val="0"/>
              </a:spcBef>
            </a:pPr>
            <a:r>
              <a:rPr lang="en-US" sz="6795" spc="509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Let's Pray Together!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73184" y="3130789"/>
            <a:ext cx="4436944" cy="139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"Dear Jesus, thank You for being my Savior. Thank You for loving me and helping me every day. I love You! Amen."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9518831"/>
            <a:ext cx="3493629" cy="393827"/>
          </a:xfrm>
          <a:custGeom>
            <a:avLst/>
            <a:gdLst/>
            <a:ahLst/>
            <a:cxnLst/>
            <a:rect r="r" b="b" t="t" l="l"/>
            <a:pathLst>
              <a:path h="393827" w="3493629">
                <a:moveTo>
                  <a:pt x="0" y="0"/>
                </a:moveTo>
                <a:lnTo>
                  <a:pt x="3493629" y="0"/>
                </a:lnTo>
                <a:lnTo>
                  <a:pt x="3493629" y="393827"/>
                </a:lnTo>
                <a:lnTo>
                  <a:pt x="0" y="39382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13560" y="4224596"/>
            <a:ext cx="368262" cy="496431"/>
          </a:xfrm>
          <a:custGeom>
            <a:avLst/>
            <a:gdLst/>
            <a:ahLst/>
            <a:cxnLst/>
            <a:rect r="r" b="b" t="t" l="l"/>
            <a:pathLst>
              <a:path h="496431" w="368262">
                <a:moveTo>
                  <a:pt x="0" y="0"/>
                </a:moveTo>
                <a:lnTo>
                  <a:pt x="368262" y="0"/>
                </a:lnTo>
                <a:lnTo>
                  <a:pt x="368262" y="496431"/>
                </a:lnTo>
                <a:lnTo>
                  <a:pt x="0" y="496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772206" y="4885907"/>
            <a:ext cx="450970" cy="419812"/>
          </a:xfrm>
          <a:custGeom>
            <a:avLst/>
            <a:gdLst/>
            <a:ahLst/>
            <a:cxnLst/>
            <a:rect r="r" b="b" t="t" l="l"/>
            <a:pathLst>
              <a:path h="419812" w="450970">
                <a:moveTo>
                  <a:pt x="0" y="0"/>
                </a:moveTo>
                <a:lnTo>
                  <a:pt x="450970" y="0"/>
                </a:lnTo>
                <a:lnTo>
                  <a:pt x="450970" y="419813"/>
                </a:lnTo>
                <a:lnTo>
                  <a:pt x="0" y="4198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732018" y="3622158"/>
            <a:ext cx="531345" cy="389021"/>
          </a:xfrm>
          <a:custGeom>
            <a:avLst/>
            <a:gdLst/>
            <a:ahLst/>
            <a:cxnLst/>
            <a:rect r="r" b="b" t="t" l="l"/>
            <a:pathLst>
              <a:path h="389021" w="531345">
                <a:moveTo>
                  <a:pt x="0" y="0"/>
                </a:moveTo>
                <a:lnTo>
                  <a:pt x="531346" y="0"/>
                </a:lnTo>
                <a:lnTo>
                  <a:pt x="531346" y="389021"/>
                </a:lnTo>
                <a:lnTo>
                  <a:pt x="0" y="3890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246" y="5523225"/>
            <a:ext cx="4494160" cy="5745417"/>
          </a:xfrm>
          <a:custGeom>
            <a:avLst/>
            <a:gdLst/>
            <a:ahLst/>
            <a:cxnLst/>
            <a:rect r="r" b="b" t="t" l="l"/>
            <a:pathLst>
              <a:path h="5745417" w="4494160">
                <a:moveTo>
                  <a:pt x="0" y="0"/>
                </a:moveTo>
                <a:lnTo>
                  <a:pt x="4494160" y="0"/>
                </a:lnTo>
                <a:lnTo>
                  <a:pt x="4494160" y="5745417"/>
                </a:lnTo>
                <a:lnTo>
                  <a:pt x="0" y="57454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71592" y="-350996"/>
            <a:ext cx="3086100" cy="10854763"/>
            <a:chOff x="0" y="0"/>
            <a:chExt cx="812800" cy="28588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858868"/>
            </a:xfrm>
            <a:custGeom>
              <a:avLst/>
              <a:gdLst/>
              <a:ahLst/>
              <a:cxnLst/>
              <a:rect r="r" b="b" t="t" l="l"/>
              <a:pathLst>
                <a:path h="285886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858868"/>
                  </a:lnTo>
                  <a:lnTo>
                    <a:pt x="0" y="2858868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2906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260410" y="4320965"/>
            <a:ext cx="4414768" cy="6765928"/>
          </a:xfrm>
          <a:custGeom>
            <a:avLst/>
            <a:gdLst/>
            <a:ahLst/>
            <a:cxnLst/>
            <a:rect r="r" b="b" t="t" l="l"/>
            <a:pathLst>
              <a:path h="6765928" w="4414768">
                <a:moveTo>
                  <a:pt x="0" y="0"/>
                </a:moveTo>
                <a:lnTo>
                  <a:pt x="4414769" y="0"/>
                </a:lnTo>
                <a:lnTo>
                  <a:pt x="4414769" y="6765928"/>
                </a:lnTo>
                <a:lnTo>
                  <a:pt x="0" y="6765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91074" y="3593153"/>
            <a:ext cx="4917102" cy="180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9"/>
              </a:lnSpc>
              <a:spcBef>
                <a:spcPct val="0"/>
              </a:spcBef>
            </a:pPr>
            <a:r>
              <a:rPr lang="en-US" sz="4659" spc="349" strike="noStrike" u="none">
                <a:solidFill>
                  <a:srgbClr val="003D48"/>
                </a:solidFill>
                <a:latin typeface="Gagalin"/>
                <a:ea typeface="Gagalin"/>
                <a:cs typeface="Gagalin"/>
                <a:sym typeface="Gagalin"/>
              </a:rPr>
              <a:t>Thank You For Learning About Jesus!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0064" y="4243349"/>
            <a:ext cx="2472185" cy="25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  <a:spcBef>
                <a:spcPct val="0"/>
              </a:spcBef>
            </a:pPr>
            <a:r>
              <a:rPr lang="en-US" sz="1541" strike="noStrike" u="none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Remember: He is with you!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0064" y="3624375"/>
            <a:ext cx="2331738" cy="25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  <a:spcBef>
                <a:spcPct val="0"/>
              </a:spcBef>
            </a:pPr>
            <a:r>
              <a:rPr lang="en-US" sz="1541" strike="noStrike" u="none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Jesus loves you always!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56217" y="4888124"/>
            <a:ext cx="4140709" cy="256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8"/>
              </a:lnSpc>
              <a:spcBef>
                <a:spcPct val="0"/>
              </a:spcBef>
            </a:pPr>
            <a:r>
              <a:rPr lang="en-US" sz="1541" strike="noStrike" u="none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John 3:17 - Jesus came to save us!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6239325">
            <a:off x="13791802" y="-762323"/>
            <a:ext cx="5479758" cy="4114800"/>
          </a:xfrm>
          <a:custGeom>
            <a:avLst/>
            <a:gdLst/>
            <a:ahLst/>
            <a:cxnLst/>
            <a:rect r="r" b="b" t="t" l="l"/>
            <a:pathLst>
              <a:path h="4114800" w="5479758">
                <a:moveTo>
                  <a:pt x="0" y="0"/>
                </a:moveTo>
                <a:lnTo>
                  <a:pt x="5479758" y="0"/>
                </a:lnTo>
                <a:lnTo>
                  <a:pt x="54797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129064">
            <a:off x="-1137724" y="-918359"/>
            <a:ext cx="7300452" cy="4114800"/>
          </a:xfrm>
          <a:custGeom>
            <a:avLst/>
            <a:gdLst/>
            <a:ahLst/>
            <a:cxnLst/>
            <a:rect r="r" b="b" t="t" l="l"/>
            <a:pathLst>
              <a:path h="4114800" w="7300452">
                <a:moveTo>
                  <a:pt x="0" y="0"/>
                </a:moveTo>
                <a:lnTo>
                  <a:pt x="7300452" y="0"/>
                </a:lnTo>
                <a:lnTo>
                  <a:pt x="73004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DAHUFN7mFRI</dc:identifier>
  <dcterms:modified xsi:type="dcterms:W3CDTF">2011-08-01T06:04:30Z</dcterms:modified>
  <cp:revision>1</cp:revision>
</cp:coreProperties>
</file>