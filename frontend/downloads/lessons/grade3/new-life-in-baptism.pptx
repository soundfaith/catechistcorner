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Etna Sans Serif" charset="1" panose="02000600000000000000"/>
      <p:regular r:id="rId14"/>
    </p:embeddedFont>
    <p:embeddedFont>
      <p:font typeface="Hangyaboly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4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4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4.png" Type="http://schemas.openxmlformats.org/officeDocument/2006/relationships/image"/><Relationship Id="rId7" Target="../media/image27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4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4.png" Type="http://schemas.openxmlformats.org/officeDocument/2006/relationships/image"/><Relationship Id="rId12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5.png" Type="http://schemas.openxmlformats.org/officeDocument/2006/relationships/image"/><Relationship Id="rId6" Target="../media/image20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41281" y="965241"/>
            <a:ext cx="12946719" cy="8356518"/>
          </a:xfrm>
          <a:custGeom>
            <a:avLst/>
            <a:gdLst/>
            <a:ahLst/>
            <a:cxnLst/>
            <a:rect r="r" b="b" t="t" l="l"/>
            <a:pathLst>
              <a:path h="8356518" w="12946719">
                <a:moveTo>
                  <a:pt x="0" y="0"/>
                </a:moveTo>
                <a:lnTo>
                  <a:pt x="12946719" y="0"/>
                </a:lnTo>
                <a:lnTo>
                  <a:pt x="12946719" y="8356518"/>
                </a:lnTo>
                <a:lnTo>
                  <a:pt x="0" y="8356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6931724" cy="8664654"/>
          </a:xfrm>
          <a:custGeom>
            <a:avLst/>
            <a:gdLst/>
            <a:ahLst/>
            <a:cxnLst/>
            <a:rect r="r" b="b" t="t" l="l"/>
            <a:pathLst>
              <a:path h="8664654" w="6931724">
                <a:moveTo>
                  <a:pt x="0" y="0"/>
                </a:moveTo>
                <a:lnTo>
                  <a:pt x="6931724" y="0"/>
                </a:lnTo>
                <a:lnTo>
                  <a:pt x="6931724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499" t="0" r="-1249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9699" y="219488"/>
            <a:ext cx="2619802" cy="2713543"/>
          </a:xfrm>
          <a:custGeom>
            <a:avLst/>
            <a:gdLst/>
            <a:ahLst/>
            <a:cxnLst/>
            <a:rect r="r" b="b" t="t" l="l"/>
            <a:pathLst>
              <a:path h="2713543" w="2619802">
                <a:moveTo>
                  <a:pt x="0" y="0"/>
                </a:moveTo>
                <a:lnTo>
                  <a:pt x="2619802" y="0"/>
                </a:lnTo>
                <a:lnTo>
                  <a:pt x="2619802" y="2713543"/>
                </a:lnTo>
                <a:lnTo>
                  <a:pt x="0" y="2713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57442" y="8020034"/>
            <a:ext cx="3621271" cy="3544319"/>
          </a:xfrm>
          <a:custGeom>
            <a:avLst/>
            <a:gdLst/>
            <a:ahLst/>
            <a:cxnLst/>
            <a:rect r="r" b="b" t="t" l="l"/>
            <a:pathLst>
              <a:path h="3544319" w="3621271">
                <a:moveTo>
                  <a:pt x="0" y="0"/>
                </a:moveTo>
                <a:lnTo>
                  <a:pt x="3621271" y="0"/>
                </a:lnTo>
                <a:lnTo>
                  <a:pt x="3621271" y="3544318"/>
                </a:lnTo>
                <a:lnTo>
                  <a:pt x="0" y="3544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1575" y="1939784"/>
            <a:ext cx="5634152" cy="8270314"/>
          </a:xfrm>
          <a:custGeom>
            <a:avLst/>
            <a:gdLst/>
            <a:ahLst/>
            <a:cxnLst/>
            <a:rect r="r" b="b" t="t" l="l"/>
            <a:pathLst>
              <a:path h="8270314" w="5634152">
                <a:moveTo>
                  <a:pt x="0" y="0"/>
                </a:moveTo>
                <a:lnTo>
                  <a:pt x="5634151" y="0"/>
                </a:lnTo>
                <a:lnTo>
                  <a:pt x="5634151" y="8270314"/>
                </a:lnTo>
                <a:lnTo>
                  <a:pt x="0" y="8270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92723" y="6752519"/>
            <a:ext cx="3629384" cy="3811896"/>
          </a:xfrm>
          <a:custGeom>
            <a:avLst/>
            <a:gdLst/>
            <a:ahLst/>
            <a:cxnLst/>
            <a:rect r="r" b="b" t="t" l="l"/>
            <a:pathLst>
              <a:path h="3811896" w="3629384">
                <a:moveTo>
                  <a:pt x="0" y="0"/>
                </a:moveTo>
                <a:lnTo>
                  <a:pt x="3629385" y="0"/>
                </a:lnTo>
                <a:lnTo>
                  <a:pt x="3629385" y="3811896"/>
                </a:lnTo>
                <a:lnTo>
                  <a:pt x="0" y="38118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09863" y="219488"/>
            <a:ext cx="3646452" cy="3248657"/>
          </a:xfrm>
          <a:custGeom>
            <a:avLst/>
            <a:gdLst/>
            <a:ahLst/>
            <a:cxnLst/>
            <a:rect r="r" b="b" t="t" l="l"/>
            <a:pathLst>
              <a:path h="3248657" w="3646452">
                <a:moveTo>
                  <a:pt x="0" y="0"/>
                </a:moveTo>
                <a:lnTo>
                  <a:pt x="3646451" y="0"/>
                </a:lnTo>
                <a:lnTo>
                  <a:pt x="3646451" y="3248657"/>
                </a:lnTo>
                <a:lnTo>
                  <a:pt x="0" y="32486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15914" y="3720974"/>
            <a:ext cx="8461816" cy="39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63"/>
              </a:lnSpc>
            </a:pPr>
            <a:r>
              <a:rPr lang="en-US" sz="11402">
                <a:solidFill>
                  <a:srgbClr val="0715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NEW LIFE IN</a:t>
            </a:r>
          </a:p>
          <a:p>
            <a:pPr algn="ctr" marL="0" indent="0" lvl="0">
              <a:lnSpc>
                <a:spcPts val="15963"/>
              </a:lnSpc>
            </a:pPr>
            <a:r>
              <a:rPr lang="en-US" sz="11402">
                <a:solidFill>
                  <a:srgbClr val="0715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BAPTISM!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565484" y="344092"/>
            <a:ext cx="7706841" cy="10263348"/>
          </a:xfrm>
          <a:custGeom>
            <a:avLst/>
            <a:gdLst/>
            <a:ahLst/>
            <a:cxnLst/>
            <a:rect r="r" b="b" t="t" l="l"/>
            <a:pathLst>
              <a:path h="10263348" w="7706841">
                <a:moveTo>
                  <a:pt x="0" y="0"/>
                </a:moveTo>
                <a:lnTo>
                  <a:pt x="7706842" y="0"/>
                </a:lnTo>
                <a:lnTo>
                  <a:pt x="7706842" y="10263348"/>
                </a:lnTo>
                <a:lnTo>
                  <a:pt x="0" y="10263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1424687" y="181730"/>
            <a:ext cx="10516443" cy="6787886"/>
          </a:xfrm>
          <a:custGeom>
            <a:avLst/>
            <a:gdLst/>
            <a:ahLst/>
            <a:cxnLst/>
            <a:rect r="r" b="b" t="t" l="l"/>
            <a:pathLst>
              <a:path h="6787886" w="10516443">
                <a:moveTo>
                  <a:pt x="0" y="0"/>
                </a:moveTo>
                <a:lnTo>
                  <a:pt x="10516443" y="0"/>
                </a:lnTo>
                <a:lnTo>
                  <a:pt x="10516443" y="6787886"/>
                </a:lnTo>
                <a:lnTo>
                  <a:pt x="0" y="678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7790" y="1622346"/>
            <a:ext cx="6931723" cy="8664654"/>
          </a:xfrm>
          <a:custGeom>
            <a:avLst/>
            <a:gdLst/>
            <a:ahLst/>
            <a:cxnLst/>
            <a:rect r="r" b="b" t="t" l="l"/>
            <a:pathLst>
              <a:path h="8664654" w="6931723">
                <a:moveTo>
                  <a:pt x="0" y="0"/>
                </a:moveTo>
                <a:lnTo>
                  <a:pt x="6931724" y="0"/>
                </a:lnTo>
                <a:lnTo>
                  <a:pt x="6931724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99" t="0" r="-124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14728" y="5584572"/>
            <a:ext cx="7144572" cy="4702428"/>
          </a:xfrm>
          <a:custGeom>
            <a:avLst/>
            <a:gdLst/>
            <a:ahLst/>
            <a:cxnLst/>
            <a:rect r="r" b="b" t="t" l="l"/>
            <a:pathLst>
              <a:path h="4702428" w="7144572">
                <a:moveTo>
                  <a:pt x="0" y="0"/>
                </a:moveTo>
                <a:lnTo>
                  <a:pt x="7144572" y="0"/>
                </a:lnTo>
                <a:lnTo>
                  <a:pt x="7144572" y="4702428"/>
                </a:lnTo>
                <a:lnTo>
                  <a:pt x="0" y="4702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8508" y="397810"/>
            <a:ext cx="2619802" cy="2713543"/>
          </a:xfrm>
          <a:custGeom>
            <a:avLst/>
            <a:gdLst/>
            <a:ahLst/>
            <a:cxnLst/>
            <a:rect r="r" b="b" t="t" l="l"/>
            <a:pathLst>
              <a:path h="2713543" w="2619802">
                <a:moveTo>
                  <a:pt x="0" y="0"/>
                </a:moveTo>
                <a:lnTo>
                  <a:pt x="2619802" y="0"/>
                </a:lnTo>
                <a:lnTo>
                  <a:pt x="2619802" y="2713543"/>
                </a:lnTo>
                <a:lnTo>
                  <a:pt x="0" y="27135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87997" y="2679707"/>
            <a:ext cx="8461816" cy="101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</a:pPr>
            <a:r>
              <a:rPr lang="en-US" sz="5995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ROMANS 6:4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90802" y="4234416"/>
            <a:ext cx="6056207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0"/>
              </a:lnSpc>
            </a:pPr>
            <a:r>
              <a:rPr lang="en-US" sz="2900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"We were buried with Christ by baptism... so that we too may live a new life."</a:t>
            </a:r>
          </a:p>
          <a:p>
            <a:pPr algn="ctr" marL="0" indent="0" lvl="0">
              <a:lnSpc>
                <a:spcPts val="4060"/>
              </a:lnSpc>
            </a:pPr>
            <a:r>
              <a:rPr lang="en-US" sz="2900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This special verse from the Bible tells us that Baptism is the beginning of a brand new life with God! 💧✨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428995" y="432249"/>
            <a:ext cx="7706841" cy="10263348"/>
          </a:xfrm>
          <a:custGeom>
            <a:avLst/>
            <a:gdLst/>
            <a:ahLst/>
            <a:cxnLst/>
            <a:rect r="r" b="b" t="t" l="l"/>
            <a:pathLst>
              <a:path h="10263348" w="7706841">
                <a:moveTo>
                  <a:pt x="0" y="0"/>
                </a:moveTo>
                <a:lnTo>
                  <a:pt x="7706841" y="0"/>
                </a:lnTo>
                <a:lnTo>
                  <a:pt x="7706841" y="10263349"/>
                </a:lnTo>
                <a:lnTo>
                  <a:pt x="0" y="10263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0202">
            <a:off x="-2615805" y="4743858"/>
            <a:ext cx="10516443" cy="6787886"/>
          </a:xfrm>
          <a:custGeom>
            <a:avLst/>
            <a:gdLst/>
            <a:ahLst/>
            <a:cxnLst/>
            <a:rect r="r" b="b" t="t" l="l"/>
            <a:pathLst>
              <a:path h="6787886" w="10516443">
                <a:moveTo>
                  <a:pt x="0" y="0"/>
                </a:moveTo>
                <a:lnTo>
                  <a:pt x="10516443" y="0"/>
                </a:lnTo>
                <a:lnTo>
                  <a:pt x="10516443" y="6787886"/>
                </a:lnTo>
                <a:lnTo>
                  <a:pt x="0" y="678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5257" y="-264471"/>
            <a:ext cx="6931724" cy="8664654"/>
          </a:xfrm>
          <a:custGeom>
            <a:avLst/>
            <a:gdLst/>
            <a:ahLst/>
            <a:cxnLst/>
            <a:rect r="r" b="b" t="t" l="l"/>
            <a:pathLst>
              <a:path h="8664654" w="6931724">
                <a:moveTo>
                  <a:pt x="0" y="0"/>
                </a:moveTo>
                <a:lnTo>
                  <a:pt x="6931723" y="0"/>
                </a:lnTo>
                <a:lnTo>
                  <a:pt x="6931723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99" t="0" r="-124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3672" y="3890011"/>
            <a:ext cx="4379272" cy="6396989"/>
          </a:xfrm>
          <a:custGeom>
            <a:avLst/>
            <a:gdLst/>
            <a:ahLst/>
            <a:cxnLst/>
            <a:rect r="r" b="b" t="t" l="l"/>
            <a:pathLst>
              <a:path h="6396989" w="4379272">
                <a:moveTo>
                  <a:pt x="0" y="0"/>
                </a:moveTo>
                <a:lnTo>
                  <a:pt x="4379272" y="0"/>
                </a:lnTo>
                <a:lnTo>
                  <a:pt x="4379272" y="6396989"/>
                </a:lnTo>
                <a:lnTo>
                  <a:pt x="0" y="63969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36788" y="-264471"/>
            <a:ext cx="3601304" cy="3535826"/>
          </a:xfrm>
          <a:custGeom>
            <a:avLst/>
            <a:gdLst/>
            <a:ahLst/>
            <a:cxnLst/>
            <a:rect r="r" b="b" t="t" l="l"/>
            <a:pathLst>
              <a:path h="3535826" w="3601304">
                <a:moveTo>
                  <a:pt x="0" y="0"/>
                </a:moveTo>
                <a:lnTo>
                  <a:pt x="3601304" y="0"/>
                </a:lnTo>
                <a:lnTo>
                  <a:pt x="3601304" y="3535826"/>
                </a:lnTo>
                <a:lnTo>
                  <a:pt x="0" y="3535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79167" y="8930229"/>
            <a:ext cx="2619802" cy="2713543"/>
          </a:xfrm>
          <a:custGeom>
            <a:avLst/>
            <a:gdLst/>
            <a:ahLst/>
            <a:cxnLst/>
            <a:rect r="r" b="b" t="t" l="l"/>
            <a:pathLst>
              <a:path h="2713543" w="2619802">
                <a:moveTo>
                  <a:pt x="0" y="0"/>
                </a:moveTo>
                <a:lnTo>
                  <a:pt x="2619802" y="0"/>
                </a:lnTo>
                <a:lnTo>
                  <a:pt x="2619802" y="2713542"/>
                </a:lnTo>
                <a:lnTo>
                  <a:pt x="0" y="27135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75624" y="2594246"/>
            <a:ext cx="8461816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94"/>
              </a:lnSpc>
            </a:pPr>
            <a:r>
              <a:rPr lang="en-US" sz="5995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BAPTISM IS</a:t>
            </a:r>
          </a:p>
          <a:p>
            <a:pPr algn="ctr" marL="0" indent="0" lvl="0">
              <a:lnSpc>
                <a:spcPts val="7194"/>
              </a:lnSpc>
            </a:pPr>
            <a:r>
              <a:rPr lang="en-US" sz="5995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NEW LIFE!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428" y="4599248"/>
            <a:ext cx="6056207" cy="25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0"/>
              </a:lnSpc>
            </a:pPr>
            <a:r>
              <a:rPr lang="en-US" sz="2900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Baptism is a special gift from God! Through water and prayer, we become part of God's family and begin a brand new life with Jesus. We are loved, welcomed, and never alone!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516637" y="11826"/>
            <a:ext cx="7706841" cy="10263348"/>
          </a:xfrm>
          <a:custGeom>
            <a:avLst/>
            <a:gdLst/>
            <a:ahLst/>
            <a:cxnLst/>
            <a:rect r="r" b="b" t="t" l="l"/>
            <a:pathLst>
              <a:path h="10263348" w="7706841">
                <a:moveTo>
                  <a:pt x="0" y="0"/>
                </a:moveTo>
                <a:lnTo>
                  <a:pt x="7706842" y="0"/>
                </a:lnTo>
                <a:lnTo>
                  <a:pt x="7706842" y="10263348"/>
                </a:lnTo>
                <a:lnTo>
                  <a:pt x="0" y="10263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-1904607" y="-1446136"/>
            <a:ext cx="10516443" cy="6787886"/>
          </a:xfrm>
          <a:custGeom>
            <a:avLst/>
            <a:gdLst/>
            <a:ahLst/>
            <a:cxnLst/>
            <a:rect r="r" b="b" t="t" l="l"/>
            <a:pathLst>
              <a:path h="6787886" w="10516443">
                <a:moveTo>
                  <a:pt x="0" y="0"/>
                </a:moveTo>
                <a:lnTo>
                  <a:pt x="10516443" y="0"/>
                </a:lnTo>
                <a:lnTo>
                  <a:pt x="10516443" y="6787885"/>
                </a:lnTo>
                <a:lnTo>
                  <a:pt x="0" y="6787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3217" y="0"/>
            <a:ext cx="6931724" cy="8664654"/>
          </a:xfrm>
          <a:custGeom>
            <a:avLst/>
            <a:gdLst/>
            <a:ahLst/>
            <a:cxnLst/>
            <a:rect r="r" b="b" t="t" l="l"/>
            <a:pathLst>
              <a:path h="8664654" w="6931724">
                <a:moveTo>
                  <a:pt x="0" y="0"/>
                </a:moveTo>
                <a:lnTo>
                  <a:pt x="6931724" y="0"/>
                </a:lnTo>
                <a:lnTo>
                  <a:pt x="6931724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99" t="0" r="-124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7144572" cy="4702428"/>
          </a:xfrm>
          <a:custGeom>
            <a:avLst/>
            <a:gdLst/>
            <a:ahLst/>
            <a:cxnLst/>
            <a:rect r="r" b="b" t="t" l="l"/>
            <a:pathLst>
              <a:path h="4702428" w="7144572">
                <a:moveTo>
                  <a:pt x="0" y="0"/>
                </a:moveTo>
                <a:lnTo>
                  <a:pt x="7144572" y="0"/>
                </a:lnTo>
                <a:lnTo>
                  <a:pt x="7144572" y="4702428"/>
                </a:lnTo>
                <a:lnTo>
                  <a:pt x="0" y="4702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53470" y="2092826"/>
            <a:ext cx="2619802" cy="2713543"/>
          </a:xfrm>
          <a:custGeom>
            <a:avLst/>
            <a:gdLst/>
            <a:ahLst/>
            <a:cxnLst/>
            <a:rect r="r" b="b" t="t" l="l"/>
            <a:pathLst>
              <a:path h="2713543" w="2619802">
                <a:moveTo>
                  <a:pt x="0" y="0"/>
                </a:moveTo>
                <a:lnTo>
                  <a:pt x="2619802" y="0"/>
                </a:lnTo>
                <a:lnTo>
                  <a:pt x="2619802" y="2713542"/>
                </a:lnTo>
                <a:lnTo>
                  <a:pt x="0" y="27135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65973" y="8345147"/>
            <a:ext cx="3601304" cy="3535826"/>
          </a:xfrm>
          <a:custGeom>
            <a:avLst/>
            <a:gdLst/>
            <a:ahLst/>
            <a:cxnLst/>
            <a:rect r="r" b="b" t="t" l="l"/>
            <a:pathLst>
              <a:path h="3535826" w="3601304">
                <a:moveTo>
                  <a:pt x="0" y="0"/>
                </a:moveTo>
                <a:lnTo>
                  <a:pt x="3601304" y="0"/>
                </a:lnTo>
                <a:lnTo>
                  <a:pt x="3601304" y="3535826"/>
                </a:lnTo>
                <a:lnTo>
                  <a:pt x="0" y="35358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173272" y="2004956"/>
            <a:ext cx="8461816" cy="167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5"/>
              </a:lnSpc>
            </a:pPr>
            <a:r>
              <a:rPr lang="en-US" sz="5995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NEW LIFE</a:t>
            </a:r>
          </a:p>
          <a:p>
            <a:pPr algn="ctr" marL="0" indent="0" lvl="0">
              <a:lnSpc>
                <a:spcPts val="6595"/>
              </a:lnSpc>
            </a:pPr>
            <a:r>
              <a:rPr lang="en-US" sz="5995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WITH GOD!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1954" y="3652848"/>
            <a:ext cx="6056207" cy="363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53"/>
              </a:lnSpc>
            </a:pPr>
            <a:r>
              <a:rPr lang="en-US" sz="2609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New life means Jesus helps us every day!</a:t>
            </a:r>
          </a:p>
          <a:p>
            <a:pPr algn="ctr" marL="0" indent="0" lvl="0">
              <a:lnSpc>
                <a:spcPts val="3653"/>
              </a:lnSpc>
            </a:pPr>
            <a:r>
              <a:rPr lang="en-US" sz="2609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🌱 We grow in LOVE by being kind.</a:t>
            </a:r>
          </a:p>
          <a:p>
            <a:pPr algn="ctr" marL="0" indent="0" lvl="0">
              <a:lnSpc>
                <a:spcPts val="3653"/>
              </a:lnSpc>
            </a:pPr>
            <a:r>
              <a:rPr lang="en-US" sz="2609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✅ We make GOOD CHOICES even when it is hard.</a:t>
            </a:r>
          </a:p>
          <a:p>
            <a:pPr algn="ctr" marL="0" indent="0" lvl="0">
              <a:lnSpc>
                <a:spcPts val="3653"/>
              </a:lnSpc>
            </a:pPr>
            <a:r>
              <a:rPr lang="en-US" sz="2609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🤝 We FORGIVE others just like God forgives us.</a:t>
            </a:r>
          </a:p>
          <a:p>
            <a:pPr algn="ctr" marL="0" indent="0" lvl="0">
              <a:lnSpc>
                <a:spcPts val="3653"/>
              </a:lnSpc>
            </a:pPr>
            <a:r>
              <a:rPr lang="en-US" sz="2609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💛 We STAY CLOSE to God by praying and learning.</a:t>
            </a:r>
          </a:p>
          <a:p>
            <a:pPr algn="ctr" marL="0" indent="0" lvl="0">
              <a:lnSpc>
                <a:spcPts val="3653"/>
              </a:lnSpc>
            </a:pPr>
            <a:r>
              <a:rPr lang="en-US" sz="2609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Baptism starts our new life journey with God!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306953" y="454785"/>
            <a:ext cx="7706841" cy="10263348"/>
          </a:xfrm>
          <a:custGeom>
            <a:avLst/>
            <a:gdLst/>
            <a:ahLst/>
            <a:cxnLst/>
            <a:rect r="r" b="b" t="t" l="l"/>
            <a:pathLst>
              <a:path h="10263348" w="7706841">
                <a:moveTo>
                  <a:pt x="0" y="0"/>
                </a:moveTo>
                <a:lnTo>
                  <a:pt x="7706842" y="0"/>
                </a:lnTo>
                <a:lnTo>
                  <a:pt x="7706842" y="10263348"/>
                </a:lnTo>
                <a:lnTo>
                  <a:pt x="0" y="10263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99262">
            <a:off x="11054482" y="4548544"/>
            <a:ext cx="10516443" cy="6787886"/>
          </a:xfrm>
          <a:custGeom>
            <a:avLst/>
            <a:gdLst/>
            <a:ahLst/>
            <a:cxnLst/>
            <a:rect r="r" b="b" t="t" l="l"/>
            <a:pathLst>
              <a:path h="6787886" w="10516443">
                <a:moveTo>
                  <a:pt x="0" y="0"/>
                </a:moveTo>
                <a:lnTo>
                  <a:pt x="10516442" y="0"/>
                </a:lnTo>
                <a:lnTo>
                  <a:pt x="10516442" y="6787886"/>
                </a:lnTo>
                <a:lnTo>
                  <a:pt x="0" y="678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19633" y="1622346"/>
            <a:ext cx="6931724" cy="8664654"/>
          </a:xfrm>
          <a:custGeom>
            <a:avLst/>
            <a:gdLst/>
            <a:ahLst/>
            <a:cxnLst/>
            <a:rect r="r" b="b" t="t" l="l"/>
            <a:pathLst>
              <a:path h="8664654" w="6931724">
                <a:moveTo>
                  <a:pt x="0" y="0"/>
                </a:moveTo>
                <a:lnTo>
                  <a:pt x="6931724" y="0"/>
                </a:lnTo>
                <a:lnTo>
                  <a:pt x="6931724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99" t="0" r="-124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85105" y="3523115"/>
            <a:ext cx="6437452" cy="5735185"/>
          </a:xfrm>
          <a:custGeom>
            <a:avLst/>
            <a:gdLst/>
            <a:ahLst/>
            <a:cxnLst/>
            <a:rect r="r" b="b" t="t" l="l"/>
            <a:pathLst>
              <a:path h="5735185" w="6437452">
                <a:moveTo>
                  <a:pt x="0" y="0"/>
                </a:moveTo>
                <a:lnTo>
                  <a:pt x="6437452" y="0"/>
                </a:lnTo>
                <a:lnTo>
                  <a:pt x="6437452" y="5735185"/>
                </a:lnTo>
                <a:lnTo>
                  <a:pt x="0" y="5735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59766" y="172548"/>
            <a:ext cx="3601304" cy="3535826"/>
          </a:xfrm>
          <a:custGeom>
            <a:avLst/>
            <a:gdLst/>
            <a:ahLst/>
            <a:cxnLst/>
            <a:rect r="r" b="b" t="t" l="l"/>
            <a:pathLst>
              <a:path h="3535826" w="3601304">
                <a:moveTo>
                  <a:pt x="0" y="0"/>
                </a:moveTo>
                <a:lnTo>
                  <a:pt x="3601305" y="0"/>
                </a:lnTo>
                <a:lnTo>
                  <a:pt x="3601305" y="3535826"/>
                </a:lnTo>
                <a:lnTo>
                  <a:pt x="0" y="35358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4430" y="8930229"/>
            <a:ext cx="2619802" cy="2713543"/>
          </a:xfrm>
          <a:custGeom>
            <a:avLst/>
            <a:gdLst/>
            <a:ahLst/>
            <a:cxnLst/>
            <a:rect r="r" b="b" t="t" l="l"/>
            <a:pathLst>
              <a:path h="2713543" w="2619802">
                <a:moveTo>
                  <a:pt x="0" y="0"/>
                </a:moveTo>
                <a:lnTo>
                  <a:pt x="2619802" y="0"/>
                </a:lnTo>
                <a:lnTo>
                  <a:pt x="2619802" y="2713542"/>
                </a:lnTo>
                <a:lnTo>
                  <a:pt x="0" y="2713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87997" y="2428104"/>
            <a:ext cx="846181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sz="6000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SIGNS OF NEW LIFE!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90802" y="4539216"/>
            <a:ext cx="6056207" cy="409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When we live our Baptism, we show God's love every day!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🌟 Share with a friend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🌟 Help at home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🌟 Include someone who feels left out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🌟 Say kind and honest words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These are signs that God's new life is in you!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565484" y="344092"/>
            <a:ext cx="7706841" cy="10263348"/>
          </a:xfrm>
          <a:custGeom>
            <a:avLst/>
            <a:gdLst/>
            <a:ahLst/>
            <a:cxnLst/>
            <a:rect r="r" b="b" t="t" l="l"/>
            <a:pathLst>
              <a:path h="10263348" w="7706841">
                <a:moveTo>
                  <a:pt x="0" y="0"/>
                </a:moveTo>
                <a:lnTo>
                  <a:pt x="7706842" y="0"/>
                </a:lnTo>
                <a:lnTo>
                  <a:pt x="7706842" y="10263348"/>
                </a:lnTo>
                <a:lnTo>
                  <a:pt x="0" y="10263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8918885" y="606136"/>
            <a:ext cx="10516443" cy="6787886"/>
          </a:xfrm>
          <a:custGeom>
            <a:avLst/>
            <a:gdLst/>
            <a:ahLst/>
            <a:cxnLst/>
            <a:rect r="r" b="b" t="t" l="l"/>
            <a:pathLst>
              <a:path h="6787886" w="10516443">
                <a:moveTo>
                  <a:pt x="0" y="0"/>
                </a:moveTo>
                <a:lnTo>
                  <a:pt x="10516442" y="0"/>
                </a:lnTo>
                <a:lnTo>
                  <a:pt x="10516442" y="6787886"/>
                </a:lnTo>
                <a:lnTo>
                  <a:pt x="0" y="678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7790" y="1622346"/>
            <a:ext cx="6931723" cy="8664654"/>
          </a:xfrm>
          <a:custGeom>
            <a:avLst/>
            <a:gdLst/>
            <a:ahLst/>
            <a:cxnLst/>
            <a:rect r="r" b="b" t="t" l="l"/>
            <a:pathLst>
              <a:path h="8664654" w="6931723">
                <a:moveTo>
                  <a:pt x="0" y="0"/>
                </a:moveTo>
                <a:lnTo>
                  <a:pt x="6931724" y="0"/>
                </a:lnTo>
                <a:lnTo>
                  <a:pt x="6931724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99" t="0" r="-124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5764" y="5054419"/>
            <a:ext cx="6228751" cy="6045061"/>
          </a:xfrm>
          <a:custGeom>
            <a:avLst/>
            <a:gdLst/>
            <a:ahLst/>
            <a:cxnLst/>
            <a:rect r="r" b="b" t="t" l="l"/>
            <a:pathLst>
              <a:path h="6045061" w="6228751">
                <a:moveTo>
                  <a:pt x="0" y="0"/>
                </a:moveTo>
                <a:lnTo>
                  <a:pt x="6228751" y="0"/>
                </a:lnTo>
                <a:lnTo>
                  <a:pt x="6228751" y="6045061"/>
                </a:lnTo>
                <a:lnTo>
                  <a:pt x="0" y="6045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8508" y="397810"/>
            <a:ext cx="2619802" cy="2713543"/>
          </a:xfrm>
          <a:custGeom>
            <a:avLst/>
            <a:gdLst/>
            <a:ahLst/>
            <a:cxnLst/>
            <a:rect r="r" b="b" t="t" l="l"/>
            <a:pathLst>
              <a:path h="2713543" w="2619802">
                <a:moveTo>
                  <a:pt x="0" y="0"/>
                </a:moveTo>
                <a:lnTo>
                  <a:pt x="2619802" y="0"/>
                </a:lnTo>
                <a:lnTo>
                  <a:pt x="2619802" y="2713543"/>
                </a:lnTo>
                <a:lnTo>
                  <a:pt x="0" y="27135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87997" y="2698757"/>
            <a:ext cx="8461816" cy="83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55"/>
              </a:lnSpc>
            </a:pPr>
            <a:r>
              <a:rPr lang="en-US" sz="489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HONESTY: A SIGN OF NEW LIFE!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90802" y="4234416"/>
            <a:ext cx="6056207" cy="409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Baptism gives us the courage to be honest! ✅ Tell the truth, even when it is hard.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✅ Admit when we make a mistake.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✅ Return something that is not ours.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✅ Keep our promises.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When we are honest, we show God’s love to everyone around us!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428995" y="432249"/>
            <a:ext cx="7706841" cy="10263348"/>
          </a:xfrm>
          <a:custGeom>
            <a:avLst/>
            <a:gdLst/>
            <a:ahLst/>
            <a:cxnLst/>
            <a:rect r="r" b="b" t="t" l="l"/>
            <a:pathLst>
              <a:path h="10263348" w="7706841">
                <a:moveTo>
                  <a:pt x="0" y="0"/>
                </a:moveTo>
                <a:lnTo>
                  <a:pt x="7706841" y="0"/>
                </a:lnTo>
                <a:lnTo>
                  <a:pt x="7706841" y="10263349"/>
                </a:lnTo>
                <a:lnTo>
                  <a:pt x="0" y="10263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0202">
            <a:off x="-2373373" y="1311369"/>
            <a:ext cx="10516443" cy="6787886"/>
          </a:xfrm>
          <a:custGeom>
            <a:avLst/>
            <a:gdLst/>
            <a:ahLst/>
            <a:cxnLst/>
            <a:rect r="r" b="b" t="t" l="l"/>
            <a:pathLst>
              <a:path h="6787886" w="10516443">
                <a:moveTo>
                  <a:pt x="0" y="0"/>
                </a:moveTo>
                <a:lnTo>
                  <a:pt x="10516443" y="0"/>
                </a:lnTo>
                <a:lnTo>
                  <a:pt x="10516443" y="6787886"/>
                </a:lnTo>
                <a:lnTo>
                  <a:pt x="0" y="678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5257" y="-264471"/>
            <a:ext cx="6931724" cy="8664654"/>
          </a:xfrm>
          <a:custGeom>
            <a:avLst/>
            <a:gdLst/>
            <a:ahLst/>
            <a:cxnLst/>
            <a:rect r="r" b="b" t="t" l="l"/>
            <a:pathLst>
              <a:path h="8664654" w="6931724">
                <a:moveTo>
                  <a:pt x="0" y="0"/>
                </a:moveTo>
                <a:lnTo>
                  <a:pt x="6931723" y="0"/>
                </a:lnTo>
                <a:lnTo>
                  <a:pt x="6931723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99" t="0" r="-124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3508" y="3607825"/>
            <a:ext cx="4494739" cy="6386841"/>
          </a:xfrm>
          <a:custGeom>
            <a:avLst/>
            <a:gdLst/>
            <a:ahLst/>
            <a:cxnLst/>
            <a:rect r="r" b="b" t="t" l="l"/>
            <a:pathLst>
              <a:path h="6386841" w="4494739">
                <a:moveTo>
                  <a:pt x="0" y="0"/>
                </a:moveTo>
                <a:lnTo>
                  <a:pt x="4494739" y="0"/>
                </a:lnTo>
                <a:lnTo>
                  <a:pt x="4494739" y="6386841"/>
                </a:lnTo>
                <a:lnTo>
                  <a:pt x="0" y="6386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31456" y="-2073734"/>
            <a:ext cx="4351881" cy="5552639"/>
          </a:xfrm>
          <a:custGeom>
            <a:avLst/>
            <a:gdLst/>
            <a:ahLst/>
            <a:cxnLst/>
            <a:rect r="r" b="b" t="t" l="l"/>
            <a:pathLst>
              <a:path h="5552639" w="4351881">
                <a:moveTo>
                  <a:pt x="0" y="0"/>
                </a:moveTo>
                <a:lnTo>
                  <a:pt x="4351882" y="0"/>
                </a:lnTo>
                <a:lnTo>
                  <a:pt x="4351882" y="5552639"/>
                </a:lnTo>
                <a:lnTo>
                  <a:pt x="0" y="5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03734" y="8680136"/>
            <a:ext cx="2589379" cy="3015288"/>
          </a:xfrm>
          <a:custGeom>
            <a:avLst/>
            <a:gdLst/>
            <a:ahLst/>
            <a:cxnLst/>
            <a:rect r="r" b="b" t="t" l="l"/>
            <a:pathLst>
              <a:path h="3015288" w="2589379">
                <a:moveTo>
                  <a:pt x="0" y="0"/>
                </a:moveTo>
                <a:lnTo>
                  <a:pt x="2589379" y="0"/>
                </a:lnTo>
                <a:lnTo>
                  <a:pt x="2589379" y="3015289"/>
                </a:lnTo>
                <a:lnTo>
                  <a:pt x="0" y="30152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02163" y="2466800"/>
            <a:ext cx="7513444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94"/>
              </a:lnSpc>
            </a:pPr>
            <a:r>
              <a:rPr lang="en-US" sz="5995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WATER-DROPLET ACTIVITY!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428" y="4533858"/>
            <a:ext cx="6056207" cy="409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25672" indent="-312836" lvl="1">
              <a:lnSpc>
                <a:spcPts val="4057"/>
              </a:lnSpc>
              <a:buAutoNum type="arabicPeriod" startAt="1"/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Draw or cut out a water droplet shape.</a:t>
            </a:r>
          </a:p>
          <a:p>
            <a:pPr algn="ctr" marL="625672" indent="-312836" lvl="1">
              <a:lnSpc>
                <a:spcPts val="4057"/>
              </a:lnSpc>
              <a:buAutoNum type="arabicPeriod" startAt="1"/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Inside, write or draw ONE kind or honest action you will do this week.</a:t>
            </a:r>
          </a:p>
          <a:p>
            <a:pPr algn="ctr" marL="625672" indent="-312836" lvl="1">
              <a:lnSpc>
                <a:spcPts val="4057"/>
              </a:lnSpc>
              <a:buAutoNum type="arabicPeriod" startAt="1"/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Add your droplet to our "New Life with Jesus" class display!</a:t>
            </a:r>
          </a:p>
          <a:p>
            <a:pPr algn="ctr" marL="0" indent="0" lvl="0">
              <a:lnSpc>
                <a:spcPts val="4057"/>
              </a:lnSpc>
            </a:pPr>
            <a:r>
              <a:rPr lang="en-US" sz="2897">
                <a:solidFill>
                  <a:srgbClr val="0453F1"/>
                </a:solidFill>
                <a:latin typeface="Hangyaboly"/>
                <a:ea typeface="Hangyaboly"/>
                <a:cs typeface="Hangyaboly"/>
                <a:sym typeface="Hangyaboly"/>
              </a:rPr>
              <a:t>Remember: Every act of kindness shows God's love! 💧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9188" y="678730"/>
            <a:ext cx="12946719" cy="8356518"/>
          </a:xfrm>
          <a:custGeom>
            <a:avLst/>
            <a:gdLst/>
            <a:ahLst/>
            <a:cxnLst/>
            <a:rect r="r" b="b" t="t" l="l"/>
            <a:pathLst>
              <a:path h="8356518" w="12946719">
                <a:moveTo>
                  <a:pt x="0" y="0"/>
                </a:moveTo>
                <a:lnTo>
                  <a:pt x="12946718" y="0"/>
                </a:lnTo>
                <a:lnTo>
                  <a:pt x="12946718" y="8356519"/>
                </a:lnTo>
                <a:lnTo>
                  <a:pt x="0" y="8356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6220" y="754602"/>
            <a:ext cx="2619802" cy="2713543"/>
          </a:xfrm>
          <a:custGeom>
            <a:avLst/>
            <a:gdLst/>
            <a:ahLst/>
            <a:cxnLst/>
            <a:rect r="r" b="b" t="t" l="l"/>
            <a:pathLst>
              <a:path h="2713543" w="2619802">
                <a:moveTo>
                  <a:pt x="0" y="0"/>
                </a:moveTo>
                <a:lnTo>
                  <a:pt x="2619802" y="0"/>
                </a:lnTo>
                <a:lnTo>
                  <a:pt x="2619802" y="2713543"/>
                </a:lnTo>
                <a:lnTo>
                  <a:pt x="0" y="2713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42696" y="8246330"/>
            <a:ext cx="3601304" cy="3535826"/>
          </a:xfrm>
          <a:custGeom>
            <a:avLst/>
            <a:gdLst/>
            <a:ahLst/>
            <a:cxnLst/>
            <a:rect r="r" b="b" t="t" l="l"/>
            <a:pathLst>
              <a:path h="3535826" w="3601304">
                <a:moveTo>
                  <a:pt x="0" y="0"/>
                </a:moveTo>
                <a:lnTo>
                  <a:pt x="3601304" y="0"/>
                </a:lnTo>
                <a:lnTo>
                  <a:pt x="3601304" y="3535826"/>
                </a:lnTo>
                <a:lnTo>
                  <a:pt x="0" y="35358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220" y="7579537"/>
            <a:ext cx="3699138" cy="2434705"/>
          </a:xfrm>
          <a:custGeom>
            <a:avLst/>
            <a:gdLst/>
            <a:ahLst/>
            <a:cxnLst/>
            <a:rect r="r" b="b" t="t" l="l"/>
            <a:pathLst>
              <a:path h="2434705" w="3699138">
                <a:moveTo>
                  <a:pt x="0" y="0"/>
                </a:moveTo>
                <a:lnTo>
                  <a:pt x="3699138" y="0"/>
                </a:lnTo>
                <a:lnTo>
                  <a:pt x="3699138" y="2434706"/>
                </a:lnTo>
                <a:lnTo>
                  <a:pt x="0" y="24347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40824" y="1028700"/>
            <a:ext cx="3646452" cy="3248657"/>
          </a:xfrm>
          <a:custGeom>
            <a:avLst/>
            <a:gdLst/>
            <a:ahLst/>
            <a:cxnLst/>
            <a:rect r="r" b="b" t="t" l="l"/>
            <a:pathLst>
              <a:path h="3248657" w="3646452">
                <a:moveTo>
                  <a:pt x="0" y="0"/>
                </a:moveTo>
                <a:lnTo>
                  <a:pt x="3646452" y="0"/>
                </a:lnTo>
                <a:lnTo>
                  <a:pt x="3646452" y="3248657"/>
                </a:lnTo>
                <a:lnTo>
                  <a:pt x="0" y="32486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99869" y="4818890"/>
            <a:ext cx="8461816" cy="214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1"/>
              </a:lnSpc>
            </a:pPr>
            <a:r>
              <a:rPr lang="en-US" sz="178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YOU!</a:t>
            </a:r>
          </a:p>
          <a:p>
            <a:pPr algn="ctr" marL="0" indent="0" lvl="0">
              <a:lnSpc>
                <a:spcPts val="2501"/>
              </a:lnSpc>
            </a:pPr>
            <a:r>
              <a:rPr lang="en-US" sz="178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DEAR JESUS, THANK YOU</a:t>
            </a:r>
          </a:p>
          <a:p>
            <a:pPr algn="ctr" marL="0" indent="0" lvl="0">
              <a:lnSpc>
                <a:spcPts val="2501"/>
              </a:lnSpc>
            </a:pPr>
            <a:r>
              <a:rPr lang="en-US" sz="178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FOR THE GIFT OF BAPTISM.</a:t>
            </a:r>
          </a:p>
          <a:p>
            <a:pPr algn="ctr" marL="0" indent="0" lvl="0">
              <a:lnSpc>
                <a:spcPts val="2501"/>
              </a:lnSpc>
            </a:pPr>
            <a:r>
              <a:rPr lang="en-US" sz="178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HELP US LIVE AS YOUR</a:t>
            </a:r>
          </a:p>
          <a:p>
            <a:pPr algn="ctr" marL="0" indent="0" lvl="0">
              <a:lnSpc>
                <a:spcPts val="2501"/>
              </a:lnSpc>
            </a:pPr>
            <a:r>
              <a:rPr lang="en-US" sz="178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LOVING CHILDREN BY BEING</a:t>
            </a:r>
          </a:p>
          <a:p>
            <a:pPr algn="ctr" marL="0" indent="0" lvl="0">
              <a:lnSpc>
                <a:spcPts val="2501"/>
              </a:lnSpc>
            </a:pPr>
            <a:r>
              <a:rPr lang="en-US" sz="178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KIND, HONEST, AND JOYFUL.</a:t>
            </a:r>
          </a:p>
          <a:p>
            <a:pPr algn="ctr" marL="0" indent="0" lvl="0">
              <a:lnSpc>
                <a:spcPts val="2501"/>
              </a:lnSpc>
            </a:pPr>
            <a:r>
              <a:rPr lang="en-US" sz="1786">
                <a:solidFill>
                  <a:srgbClr val="0453F1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AMEN. ❤️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56276" y="132236"/>
            <a:ext cx="6931724" cy="8664654"/>
          </a:xfrm>
          <a:custGeom>
            <a:avLst/>
            <a:gdLst/>
            <a:ahLst/>
            <a:cxnLst/>
            <a:rect r="r" b="b" t="t" l="l"/>
            <a:pathLst>
              <a:path h="8664654" w="6931724">
                <a:moveTo>
                  <a:pt x="0" y="0"/>
                </a:moveTo>
                <a:lnTo>
                  <a:pt x="6931724" y="0"/>
                </a:lnTo>
                <a:lnTo>
                  <a:pt x="6931724" y="8664654"/>
                </a:lnTo>
                <a:lnTo>
                  <a:pt x="0" y="86646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499" t="0" r="-1249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84976" y="2189636"/>
            <a:ext cx="5633847" cy="8229600"/>
          </a:xfrm>
          <a:custGeom>
            <a:avLst/>
            <a:gdLst/>
            <a:ahLst/>
            <a:cxnLst/>
            <a:rect r="r" b="b" t="t" l="l"/>
            <a:pathLst>
              <a:path h="8229600" w="5633847">
                <a:moveTo>
                  <a:pt x="0" y="0"/>
                </a:moveTo>
                <a:lnTo>
                  <a:pt x="5633847" y="0"/>
                </a:lnTo>
                <a:lnTo>
                  <a:pt x="56338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DAHUESviKZs</dc:identifier>
  <dcterms:modified xsi:type="dcterms:W3CDTF">2011-08-01T06:04:30Z</dcterms:modified>
  <cp:revision>1</cp:revision>
</cp:coreProperties>
</file>