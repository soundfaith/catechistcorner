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hildling" charset="1" panose="00000000000000000000"/>
      <p:regular r:id="rId14"/>
    </p:embeddedFont>
    <p:embeddedFont>
      <p:font typeface="Childos Arabic Light" charset="1" panose="00000400000000000000"/>
      <p:regular r:id="rId15"/>
    </p:embeddedFont>
    <p:embeddedFont>
      <p:font typeface="Childos Arabic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6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20848" y="2931584"/>
            <a:ext cx="11766936" cy="421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045"/>
              </a:lnSpc>
              <a:spcBef>
                <a:spcPct val="0"/>
              </a:spcBef>
            </a:pPr>
            <a:r>
              <a:rPr lang="en-US" sz="15352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GOD CREATED ME WITH COMPANIONS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425662">
            <a:off x="1988112" y="1346035"/>
            <a:ext cx="2223243" cy="7594930"/>
          </a:xfrm>
          <a:custGeom>
            <a:avLst/>
            <a:gdLst/>
            <a:ahLst/>
            <a:cxnLst/>
            <a:rect r="r" b="b" t="t" l="l"/>
            <a:pathLst>
              <a:path h="7594930" w="2223243">
                <a:moveTo>
                  <a:pt x="0" y="0"/>
                </a:moveTo>
                <a:lnTo>
                  <a:pt x="2223243" y="0"/>
                </a:lnTo>
                <a:lnTo>
                  <a:pt x="2223243" y="7594930"/>
                </a:lnTo>
                <a:lnTo>
                  <a:pt x="0" y="7594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71847" y="1237818"/>
            <a:ext cx="2567139" cy="2077160"/>
          </a:xfrm>
          <a:custGeom>
            <a:avLst/>
            <a:gdLst/>
            <a:ahLst/>
            <a:cxnLst/>
            <a:rect r="r" b="b" t="t" l="l"/>
            <a:pathLst>
              <a:path h="2077160" w="2567139">
                <a:moveTo>
                  <a:pt x="0" y="0"/>
                </a:moveTo>
                <a:lnTo>
                  <a:pt x="2567139" y="0"/>
                </a:lnTo>
                <a:lnTo>
                  <a:pt x="2567139" y="2077160"/>
                </a:lnTo>
                <a:lnTo>
                  <a:pt x="0" y="2077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2140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20848" y="7446354"/>
            <a:ext cx="10344856" cy="10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00"/>
              </a:lnSpc>
            </a:pPr>
            <a:r>
              <a:rPr lang="en-US" sz="5857">
                <a:solidFill>
                  <a:srgbClr val="202B56"/>
                </a:solidFill>
                <a:latin typeface="Childos Arabic Light"/>
                <a:ea typeface="Childos Arabic Light"/>
                <a:cs typeface="Childos Arabic Light"/>
                <a:sym typeface="Childos Arabic Light"/>
              </a:rPr>
              <a:t>Grade 3 Bible Lesson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164130" y="4526196"/>
            <a:ext cx="2723654" cy="2077160"/>
          </a:xfrm>
          <a:custGeom>
            <a:avLst/>
            <a:gdLst/>
            <a:ahLst/>
            <a:cxnLst/>
            <a:rect r="r" b="b" t="t" l="l"/>
            <a:pathLst>
              <a:path h="2077160" w="2723654">
                <a:moveTo>
                  <a:pt x="0" y="0"/>
                </a:moveTo>
                <a:lnTo>
                  <a:pt x="2723654" y="0"/>
                </a:lnTo>
                <a:lnTo>
                  <a:pt x="2723654" y="2077160"/>
                </a:lnTo>
                <a:lnTo>
                  <a:pt x="0" y="2077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8681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536868">
            <a:off x="10288382" y="4053205"/>
            <a:ext cx="6603101" cy="5246370"/>
            <a:chOff x="0" y="0"/>
            <a:chExt cx="3901440" cy="3099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l="-168" t="0" r="-16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845113" y="381459"/>
            <a:ext cx="2484306" cy="3521567"/>
          </a:xfrm>
          <a:custGeom>
            <a:avLst/>
            <a:gdLst/>
            <a:ahLst/>
            <a:cxnLst/>
            <a:rect r="r" b="b" t="t" l="l"/>
            <a:pathLst>
              <a:path h="3521567" w="2484306">
                <a:moveTo>
                  <a:pt x="0" y="0"/>
                </a:moveTo>
                <a:lnTo>
                  <a:pt x="2484306" y="0"/>
                </a:lnTo>
                <a:lnTo>
                  <a:pt x="2484306" y="3521568"/>
                </a:lnTo>
                <a:lnTo>
                  <a:pt x="0" y="3521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14251" y="5981151"/>
            <a:ext cx="1218706" cy="3584430"/>
          </a:xfrm>
          <a:custGeom>
            <a:avLst/>
            <a:gdLst/>
            <a:ahLst/>
            <a:cxnLst/>
            <a:rect r="r" b="b" t="t" l="l"/>
            <a:pathLst>
              <a:path h="3584430" w="1218706">
                <a:moveTo>
                  <a:pt x="0" y="0"/>
                </a:moveTo>
                <a:lnTo>
                  <a:pt x="1218707" y="0"/>
                </a:lnTo>
                <a:lnTo>
                  <a:pt x="1218707" y="3584430"/>
                </a:lnTo>
                <a:lnTo>
                  <a:pt x="0" y="3584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70894"/>
            <a:ext cx="16277320" cy="175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67"/>
              </a:lnSpc>
              <a:spcBef>
                <a:spcPct val="0"/>
              </a:spcBef>
            </a:pPr>
            <a:r>
              <a:rPr lang="en-US" sz="11701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GENESIS 2:18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34763"/>
            <a:ext cx="8421152" cy="434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"It is not good for the man to be alone. I will make a helper suitable for him."</a:t>
            </a:r>
          </a:p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— Genesis 2:18</a:t>
            </a:r>
          </a:p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God made us to live with others! From the very beginning, God knew we needed friends and family by our side. He created companions for us because He loves us! 💛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EB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82091" y="3528458"/>
            <a:ext cx="8923818" cy="496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6"/>
              </a:lnSpc>
            </a:pPr>
            <a:r>
              <a:rPr lang="en-US" sz="3497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God did not want us to be alone. He made us to live, learn, and play together!</a:t>
            </a:r>
          </a:p>
          <a:p>
            <a:pPr algn="ctr" marL="0" indent="0" lvl="0">
              <a:lnSpc>
                <a:spcPts val="4896"/>
              </a:lnSpc>
            </a:pPr>
            <a:r>
              <a:rPr lang="en-US" sz="3497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We are happier when we have friends and family by our side. We grow stronger when we help each other.</a:t>
            </a:r>
          </a:p>
          <a:p>
            <a:pPr algn="ctr" marL="0" indent="0" lvl="0">
              <a:lnSpc>
                <a:spcPts val="4896"/>
              </a:lnSpc>
            </a:pPr>
            <a:r>
              <a:rPr lang="en-US" sz="3497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Just like puzzle pieces fit together, we were made to be companions — caring for one another every day!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01493" y="1047750"/>
            <a:ext cx="13085015" cy="158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25"/>
              </a:lnSpc>
              <a:spcBef>
                <a:spcPct val="0"/>
              </a:spcBef>
            </a:pPr>
            <a:r>
              <a:rPr lang="en-US" sz="10536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GOD MADE US FOR EACH OTHER!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906805" y="2649314"/>
            <a:ext cx="2121728" cy="6386130"/>
          </a:xfrm>
          <a:custGeom>
            <a:avLst/>
            <a:gdLst/>
            <a:ahLst/>
            <a:cxnLst/>
            <a:rect r="r" b="b" t="t" l="l"/>
            <a:pathLst>
              <a:path h="6386130" w="2121728">
                <a:moveTo>
                  <a:pt x="0" y="0"/>
                </a:moveTo>
                <a:lnTo>
                  <a:pt x="2121729" y="0"/>
                </a:lnTo>
                <a:lnTo>
                  <a:pt x="2121729" y="6386130"/>
                </a:lnTo>
                <a:lnTo>
                  <a:pt x="0" y="638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4735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35455" y="2649314"/>
            <a:ext cx="2121728" cy="6386130"/>
          </a:xfrm>
          <a:custGeom>
            <a:avLst/>
            <a:gdLst/>
            <a:ahLst/>
            <a:cxnLst/>
            <a:rect r="r" b="b" t="t" l="l"/>
            <a:pathLst>
              <a:path h="6386130" w="2121728">
                <a:moveTo>
                  <a:pt x="0" y="0"/>
                </a:moveTo>
                <a:lnTo>
                  <a:pt x="2121728" y="0"/>
                </a:lnTo>
                <a:lnTo>
                  <a:pt x="2121728" y="6386130"/>
                </a:lnTo>
                <a:lnTo>
                  <a:pt x="0" y="638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7356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EB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468440">
            <a:off x="2066381" y="3354351"/>
            <a:ext cx="3179213" cy="4804493"/>
            <a:chOff x="0" y="0"/>
            <a:chExt cx="6790944" cy="10262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90944" cy="10262616"/>
            </a:xfrm>
            <a:custGeom>
              <a:avLst/>
              <a:gdLst/>
              <a:ahLst/>
              <a:cxnLst/>
              <a:rect r="r" b="b" t="t" l="l"/>
              <a:pathLst>
                <a:path h="10262616" w="6790944">
                  <a:moveTo>
                    <a:pt x="6790944" y="10262616"/>
                  </a:moveTo>
                  <a:lnTo>
                    <a:pt x="0" y="10262616"/>
                  </a:lnTo>
                  <a:lnTo>
                    <a:pt x="0" y="0"/>
                  </a:lnTo>
                  <a:lnTo>
                    <a:pt x="6790944" y="0"/>
                  </a:lnTo>
                  <a:lnTo>
                    <a:pt x="6790944" y="10262616"/>
                  </a:lnTo>
                  <a:close/>
                </a:path>
              </a:pathLst>
            </a:custGeom>
            <a:blipFill>
              <a:blip r:embed="rId2"/>
              <a:stretch>
                <a:fillRect l="-311" t="0" r="-31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9943" y="923837"/>
              <a:ext cx="6533961" cy="7709113"/>
            </a:xfrm>
            <a:custGeom>
              <a:avLst/>
              <a:gdLst/>
              <a:ahLst/>
              <a:cxnLst/>
              <a:rect r="r" b="b" t="t" l="l"/>
              <a:pathLst>
                <a:path h="7709113" w="6533961">
                  <a:moveTo>
                    <a:pt x="6533961" y="7683714"/>
                  </a:moveTo>
                  <a:lnTo>
                    <a:pt x="0" y="7709114"/>
                  </a:lnTo>
                  <a:lnTo>
                    <a:pt x="0" y="0"/>
                  </a:lnTo>
                  <a:lnTo>
                    <a:pt x="6533961" y="0"/>
                  </a:lnTo>
                  <a:lnTo>
                    <a:pt x="6533961" y="7683714"/>
                  </a:lnTo>
                  <a:close/>
                </a:path>
              </a:pathLst>
            </a:custGeom>
            <a:blipFill>
              <a:blip r:embed="rId3"/>
              <a:stretch>
                <a:fillRect l="0" t="-300" r="0" b="-30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351746">
            <a:off x="7554394" y="3487439"/>
            <a:ext cx="3179213" cy="4804493"/>
            <a:chOff x="0" y="0"/>
            <a:chExt cx="6790944" cy="102626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0944" cy="10262616"/>
            </a:xfrm>
            <a:custGeom>
              <a:avLst/>
              <a:gdLst/>
              <a:ahLst/>
              <a:cxnLst/>
              <a:rect r="r" b="b" t="t" l="l"/>
              <a:pathLst>
                <a:path h="10262616" w="6790944">
                  <a:moveTo>
                    <a:pt x="6790944" y="10262616"/>
                  </a:moveTo>
                  <a:lnTo>
                    <a:pt x="0" y="10262616"/>
                  </a:lnTo>
                  <a:lnTo>
                    <a:pt x="0" y="0"/>
                  </a:lnTo>
                  <a:lnTo>
                    <a:pt x="6790944" y="0"/>
                  </a:lnTo>
                  <a:lnTo>
                    <a:pt x="6790944" y="10262616"/>
                  </a:lnTo>
                  <a:close/>
                </a:path>
              </a:pathLst>
            </a:custGeom>
            <a:blipFill>
              <a:blip r:embed="rId2"/>
              <a:stretch>
                <a:fillRect l="-311" t="0" r="-311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99943" y="923837"/>
              <a:ext cx="6533961" cy="7709113"/>
            </a:xfrm>
            <a:custGeom>
              <a:avLst/>
              <a:gdLst/>
              <a:ahLst/>
              <a:cxnLst/>
              <a:rect r="r" b="b" t="t" l="l"/>
              <a:pathLst>
                <a:path h="7709113" w="6533961">
                  <a:moveTo>
                    <a:pt x="6533961" y="7683714"/>
                  </a:moveTo>
                  <a:lnTo>
                    <a:pt x="0" y="7709114"/>
                  </a:lnTo>
                  <a:lnTo>
                    <a:pt x="0" y="0"/>
                  </a:lnTo>
                  <a:lnTo>
                    <a:pt x="6533961" y="0"/>
                  </a:lnTo>
                  <a:lnTo>
                    <a:pt x="6533961" y="7683714"/>
                  </a:lnTo>
                  <a:close/>
                </a:path>
              </a:pathLst>
            </a:custGeom>
            <a:blipFill>
              <a:blip r:embed="rId4"/>
              <a:stretch>
                <a:fillRect l="0" t="-300" r="0" b="-30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-314331">
            <a:off x="12337968" y="3412910"/>
            <a:ext cx="3179213" cy="4804493"/>
            <a:chOff x="0" y="0"/>
            <a:chExt cx="6790944" cy="10262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0944" cy="10262616"/>
            </a:xfrm>
            <a:custGeom>
              <a:avLst/>
              <a:gdLst/>
              <a:ahLst/>
              <a:cxnLst/>
              <a:rect r="r" b="b" t="t" l="l"/>
              <a:pathLst>
                <a:path h="10262616" w="6790944">
                  <a:moveTo>
                    <a:pt x="6790944" y="10262616"/>
                  </a:moveTo>
                  <a:lnTo>
                    <a:pt x="0" y="10262616"/>
                  </a:lnTo>
                  <a:lnTo>
                    <a:pt x="0" y="0"/>
                  </a:lnTo>
                  <a:lnTo>
                    <a:pt x="6790944" y="0"/>
                  </a:lnTo>
                  <a:lnTo>
                    <a:pt x="6790944" y="10262616"/>
                  </a:lnTo>
                  <a:close/>
                </a:path>
              </a:pathLst>
            </a:custGeom>
            <a:blipFill>
              <a:blip r:embed="rId2"/>
              <a:stretch>
                <a:fillRect l="-311" t="0" r="-311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9943" y="923837"/>
              <a:ext cx="6533961" cy="7709113"/>
            </a:xfrm>
            <a:custGeom>
              <a:avLst/>
              <a:gdLst/>
              <a:ahLst/>
              <a:cxnLst/>
              <a:rect r="r" b="b" t="t" l="l"/>
              <a:pathLst>
                <a:path h="7709113" w="6533961">
                  <a:moveTo>
                    <a:pt x="6533961" y="7683714"/>
                  </a:moveTo>
                  <a:lnTo>
                    <a:pt x="0" y="7709114"/>
                  </a:lnTo>
                  <a:lnTo>
                    <a:pt x="0" y="0"/>
                  </a:lnTo>
                  <a:lnTo>
                    <a:pt x="6533961" y="0"/>
                  </a:lnTo>
                  <a:lnTo>
                    <a:pt x="6533961" y="7683714"/>
                  </a:lnTo>
                  <a:close/>
                </a:path>
              </a:pathLst>
            </a:custGeom>
            <a:blipFill>
              <a:blip r:embed="rId5"/>
              <a:stretch>
                <a:fillRect l="0" t="-300" r="0" b="-30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521666" y="1556592"/>
            <a:ext cx="2808148" cy="725013"/>
          </a:xfrm>
          <a:custGeom>
            <a:avLst/>
            <a:gdLst/>
            <a:ahLst/>
            <a:cxnLst/>
            <a:rect r="r" b="b" t="t" l="l"/>
            <a:pathLst>
              <a:path h="725013" w="2808148">
                <a:moveTo>
                  <a:pt x="0" y="0"/>
                </a:moveTo>
                <a:lnTo>
                  <a:pt x="2808148" y="0"/>
                </a:lnTo>
                <a:lnTo>
                  <a:pt x="2808148" y="725013"/>
                </a:lnTo>
                <a:lnTo>
                  <a:pt x="0" y="7250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31638" y="1047750"/>
            <a:ext cx="11224725" cy="175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67"/>
              </a:lnSpc>
              <a:spcBef>
                <a:spcPct val="0"/>
              </a:spcBef>
            </a:pPr>
            <a:r>
              <a:rPr lang="en-US" sz="11701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PEOPLE GOD GIVES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82030" y="8409662"/>
            <a:ext cx="2952811" cy="66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9"/>
              </a:lnSpc>
            </a:pPr>
            <a:r>
              <a:rPr lang="en-US" sz="2761" spc="-22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Family Who</a:t>
            </a:r>
          </a:p>
          <a:p>
            <a:pPr algn="ctr" marL="0" indent="0" lvl="0">
              <a:lnSpc>
                <a:spcPts val="2429"/>
              </a:lnSpc>
            </a:pPr>
            <a:r>
              <a:rPr lang="en-US" sz="2761" spc="-22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Loves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76436" y="8409662"/>
            <a:ext cx="3564431" cy="66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9"/>
              </a:lnSpc>
              <a:spcBef>
                <a:spcPct val="0"/>
              </a:spcBef>
            </a:pPr>
            <a:r>
              <a:rPr lang="en-US" sz="2761" spc="-22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Friends Who</a:t>
            </a:r>
          </a:p>
          <a:p>
            <a:pPr algn="ctr" marL="0" indent="0" lvl="0">
              <a:lnSpc>
                <a:spcPts val="2429"/>
              </a:lnSpc>
              <a:spcBef>
                <a:spcPct val="0"/>
              </a:spcBef>
            </a:pPr>
            <a:r>
              <a:rPr lang="en-US" sz="2761" spc="-22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Play With 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61309" y="8409662"/>
            <a:ext cx="3564431" cy="66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9"/>
              </a:lnSpc>
              <a:spcBef>
                <a:spcPct val="0"/>
              </a:spcBef>
            </a:pPr>
            <a:r>
              <a:rPr lang="en-US" sz="2761" spc="-22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Classmates Who</a:t>
            </a:r>
          </a:p>
          <a:p>
            <a:pPr algn="ctr" marL="0" indent="0" lvl="0">
              <a:lnSpc>
                <a:spcPts val="2429"/>
              </a:lnSpc>
              <a:spcBef>
                <a:spcPct val="0"/>
              </a:spcBef>
            </a:pPr>
            <a:r>
              <a:rPr lang="en-US" sz="2761" spc="-22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Learn With Us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441113">
            <a:off x="1641380" y="1260402"/>
            <a:ext cx="6603101" cy="5246370"/>
            <a:chOff x="0" y="0"/>
            <a:chExt cx="3901440" cy="3099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l="-168" t="0" r="-16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0712" y="3550322"/>
            <a:ext cx="1240579" cy="124057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5617793"/>
            <a:ext cx="1240579" cy="124057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0712" y="7652049"/>
            <a:ext cx="1240579" cy="12405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857829">
            <a:off x="4970838" y="4754428"/>
            <a:ext cx="3050706" cy="4686838"/>
          </a:xfrm>
          <a:custGeom>
            <a:avLst/>
            <a:gdLst/>
            <a:ahLst/>
            <a:cxnLst/>
            <a:rect r="r" b="b" t="t" l="l"/>
            <a:pathLst>
              <a:path h="4686838" w="3050706">
                <a:moveTo>
                  <a:pt x="0" y="0"/>
                </a:moveTo>
                <a:lnTo>
                  <a:pt x="3050705" y="0"/>
                </a:lnTo>
                <a:lnTo>
                  <a:pt x="3050705" y="4686838"/>
                </a:lnTo>
                <a:lnTo>
                  <a:pt x="0" y="4686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0809" y="662416"/>
            <a:ext cx="2285898" cy="3058987"/>
          </a:xfrm>
          <a:custGeom>
            <a:avLst/>
            <a:gdLst/>
            <a:ahLst/>
            <a:cxnLst/>
            <a:rect r="r" b="b" t="t" l="l"/>
            <a:pathLst>
              <a:path h="3058987" w="2285898">
                <a:moveTo>
                  <a:pt x="0" y="0"/>
                </a:moveTo>
                <a:lnTo>
                  <a:pt x="2285897" y="0"/>
                </a:lnTo>
                <a:lnTo>
                  <a:pt x="2285897" y="3058987"/>
                </a:lnTo>
                <a:lnTo>
                  <a:pt x="0" y="30589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45714" y="1087503"/>
            <a:ext cx="7680897" cy="175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467"/>
              </a:lnSpc>
              <a:spcBef>
                <a:spcPct val="0"/>
              </a:spcBef>
            </a:pPr>
            <a:r>
              <a:rPr lang="en-US" sz="11701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BEING KIND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45714" y="3662565"/>
            <a:ext cx="830574" cy="12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43"/>
              </a:lnSpc>
            </a:pPr>
            <a:r>
              <a:rPr lang="en-US" sz="9935" spc="-80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49002" y="5676357"/>
            <a:ext cx="830574" cy="12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43"/>
              </a:lnSpc>
              <a:spcBef>
                <a:spcPct val="0"/>
              </a:spcBef>
            </a:pPr>
            <a:r>
              <a:rPr lang="en-US" sz="9935" spc="-804" strike="noStrike" u="none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55994" y="3556715"/>
            <a:ext cx="6703306" cy="99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Share a toy or snack with a friend. Sharing shows you care!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55994" y="5482018"/>
            <a:ext cx="6703306" cy="99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Use kind words like "please," "thank you," and "you are great!"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55994" y="7487361"/>
            <a:ext cx="6703306" cy="99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Help someone who feels sad or left out. Be their friend today!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49002" y="7723733"/>
            <a:ext cx="830574" cy="12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43"/>
              </a:lnSpc>
              <a:spcBef>
                <a:spcPct val="0"/>
              </a:spcBef>
            </a:pPr>
            <a:r>
              <a:rPr lang="en-US" sz="9935" spc="-80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2532" y="3633886"/>
            <a:ext cx="1418737" cy="141873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15096" y="5274436"/>
            <a:ext cx="4045436" cy="14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Be Kind</a:t>
            </a:r>
          </a:p>
          <a:p>
            <a:pPr algn="ctr" marL="0" indent="0" lvl="0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Smile at your friends and listen when they talk to you!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6471805">
            <a:off x="5106156" y="3482795"/>
            <a:ext cx="1575279" cy="2349481"/>
          </a:xfrm>
          <a:custGeom>
            <a:avLst/>
            <a:gdLst/>
            <a:ahLst/>
            <a:cxnLst/>
            <a:rect r="r" b="b" t="t" l="l"/>
            <a:pathLst>
              <a:path h="2349481" w="1575279">
                <a:moveTo>
                  <a:pt x="0" y="0"/>
                </a:moveTo>
                <a:lnTo>
                  <a:pt x="1575278" y="0"/>
                </a:lnTo>
                <a:lnTo>
                  <a:pt x="1575278" y="2349481"/>
                </a:lnTo>
                <a:lnTo>
                  <a:pt x="0" y="2349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4747" t="0" r="-218759" b="-7513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0554004" y="4119962"/>
            <a:ext cx="2080084" cy="1023538"/>
          </a:xfrm>
          <a:custGeom>
            <a:avLst/>
            <a:gdLst/>
            <a:ahLst/>
            <a:cxnLst/>
            <a:rect r="r" b="b" t="t" l="l"/>
            <a:pathLst>
              <a:path h="1023538" w="2080084">
                <a:moveTo>
                  <a:pt x="0" y="0"/>
                </a:moveTo>
                <a:lnTo>
                  <a:pt x="2080084" y="0"/>
                </a:lnTo>
                <a:lnTo>
                  <a:pt x="2080084" y="1023538"/>
                </a:lnTo>
                <a:lnTo>
                  <a:pt x="0" y="10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64621" r="-29693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264353" y="3633886"/>
            <a:ext cx="1418737" cy="141873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05002" y="3558281"/>
            <a:ext cx="1418737" cy="141873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009276" y="7712014"/>
            <a:ext cx="5812737" cy="1787417"/>
          </a:xfrm>
          <a:custGeom>
            <a:avLst/>
            <a:gdLst/>
            <a:ahLst/>
            <a:cxnLst/>
            <a:rect r="r" b="b" t="t" l="l"/>
            <a:pathLst>
              <a:path h="1787417" w="5812737">
                <a:moveTo>
                  <a:pt x="0" y="0"/>
                </a:moveTo>
                <a:lnTo>
                  <a:pt x="5812737" y="0"/>
                </a:lnTo>
                <a:lnTo>
                  <a:pt x="5812737" y="1787417"/>
                </a:lnTo>
                <a:lnTo>
                  <a:pt x="0" y="1787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15096" y="1246323"/>
            <a:ext cx="14657807" cy="175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67"/>
              </a:lnSpc>
              <a:spcBef>
                <a:spcPct val="0"/>
              </a:spcBef>
            </a:pPr>
            <a:r>
              <a:rPr lang="en-US" sz="11701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HOW TO BE A GOOD FRIEND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16614" y="3715054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58434" y="3715054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99083" y="3639449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51003" y="5274436"/>
            <a:ext cx="4045436" cy="19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Be Helpful</a:t>
            </a:r>
          </a:p>
          <a:p>
            <a:pPr algn="ctr" marL="0" indent="0" lvl="0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Lend a hand when someone needs help. A little help means a lot!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18094" y="5274436"/>
            <a:ext cx="4045436" cy="14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Be Forgiving</a:t>
            </a:r>
          </a:p>
          <a:p>
            <a:pPr algn="ctr" marL="0" indent="0" lvl="0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Say "I forgive you" and keep your friendship strong!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952115">
            <a:off x="4418612" y="-54862"/>
            <a:ext cx="1156230" cy="4056949"/>
          </a:xfrm>
          <a:custGeom>
            <a:avLst/>
            <a:gdLst/>
            <a:ahLst/>
            <a:cxnLst/>
            <a:rect r="r" b="b" t="t" l="l"/>
            <a:pathLst>
              <a:path h="4056949" w="1156230">
                <a:moveTo>
                  <a:pt x="0" y="0"/>
                </a:moveTo>
                <a:lnTo>
                  <a:pt x="1156231" y="0"/>
                </a:lnTo>
                <a:lnTo>
                  <a:pt x="1156231" y="4056949"/>
                </a:lnTo>
                <a:lnTo>
                  <a:pt x="0" y="4056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941876">
            <a:off x="12794760" y="377458"/>
            <a:ext cx="1039789" cy="3664453"/>
          </a:xfrm>
          <a:custGeom>
            <a:avLst/>
            <a:gdLst/>
            <a:ahLst/>
            <a:cxnLst/>
            <a:rect r="r" b="b" t="t" l="l"/>
            <a:pathLst>
              <a:path h="3664453" w="1039789">
                <a:moveTo>
                  <a:pt x="0" y="0"/>
                </a:moveTo>
                <a:lnTo>
                  <a:pt x="1039788" y="0"/>
                </a:lnTo>
                <a:lnTo>
                  <a:pt x="1039788" y="3664453"/>
                </a:lnTo>
                <a:lnTo>
                  <a:pt x="0" y="36644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974318" y="4513437"/>
            <a:ext cx="6725342" cy="2032904"/>
          </a:xfrm>
          <a:custGeom>
            <a:avLst/>
            <a:gdLst/>
            <a:ahLst/>
            <a:cxnLst/>
            <a:rect r="r" b="b" t="t" l="l"/>
            <a:pathLst>
              <a:path h="2032904" w="6725342">
                <a:moveTo>
                  <a:pt x="0" y="0"/>
                </a:moveTo>
                <a:lnTo>
                  <a:pt x="6725342" y="0"/>
                </a:lnTo>
                <a:lnTo>
                  <a:pt x="6725342" y="2032904"/>
                </a:lnTo>
                <a:lnTo>
                  <a:pt x="0" y="2032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1890" y="615989"/>
            <a:ext cx="3157102" cy="4317405"/>
          </a:xfrm>
          <a:custGeom>
            <a:avLst/>
            <a:gdLst/>
            <a:ahLst/>
            <a:cxnLst/>
            <a:rect r="r" b="b" t="t" l="l"/>
            <a:pathLst>
              <a:path h="4317405" w="3157102">
                <a:moveTo>
                  <a:pt x="0" y="0"/>
                </a:moveTo>
                <a:lnTo>
                  <a:pt x="3157102" y="0"/>
                </a:lnTo>
                <a:lnTo>
                  <a:pt x="3157102" y="4317405"/>
                </a:lnTo>
                <a:lnTo>
                  <a:pt x="0" y="4317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253718"/>
            <a:ext cx="6120387" cy="257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86"/>
              </a:lnSpc>
              <a:spcBef>
                <a:spcPct val="0"/>
              </a:spcBef>
            </a:pPr>
            <a:r>
              <a:rPr lang="en-US" sz="9373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HELPING A FRIEND!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89867" y="1457849"/>
            <a:ext cx="1418737" cy="141873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83948" y="1522962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89867" y="4587891"/>
            <a:ext cx="1418737" cy="141873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883948" y="4669060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89867" y="7839563"/>
            <a:ext cx="1418737" cy="141873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83948" y="7920731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46729" y="1533257"/>
            <a:ext cx="6703306" cy="99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Think of a friend who might need help today. How are they feeling?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6729" y="4679355"/>
            <a:ext cx="6703306" cy="99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Choose one kind action you can do — share, listen, or lend a hand!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46729" y="7820936"/>
            <a:ext cx="6703306" cy="99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Do it today! Then share how it made your friend feel. 😊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EB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28339" y="3763505"/>
            <a:ext cx="9231322" cy="403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3"/>
              </a:lnSpc>
              <a:spcBef>
                <a:spcPct val="0"/>
              </a:spcBef>
            </a:pPr>
            <a:r>
              <a:rPr lang="en-US" sz="5228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THANK YOU, GOD,</a:t>
            </a:r>
          </a:p>
          <a:p>
            <a:pPr algn="ctr" marL="0" indent="0" lvl="0">
              <a:lnSpc>
                <a:spcPts val="5123"/>
              </a:lnSpc>
              <a:spcBef>
                <a:spcPct val="0"/>
              </a:spcBef>
            </a:pPr>
            <a:r>
              <a:rPr lang="en-US" sz="5228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FOR MY FAMILY</a:t>
            </a:r>
          </a:p>
          <a:p>
            <a:pPr algn="ctr" marL="0" indent="0" lvl="0">
              <a:lnSpc>
                <a:spcPts val="5123"/>
              </a:lnSpc>
              <a:spcBef>
                <a:spcPct val="0"/>
              </a:spcBef>
            </a:pPr>
            <a:r>
              <a:rPr lang="en-US" sz="5228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AND FRIENDS!</a:t>
            </a:r>
          </a:p>
          <a:p>
            <a:pPr algn="ctr" marL="0" indent="0" lvl="0">
              <a:lnSpc>
                <a:spcPts val="5123"/>
              </a:lnSpc>
              <a:spcBef>
                <a:spcPct val="0"/>
              </a:spcBef>
            </a:pPr>
            <a:r>
              <a:rPr lang="en-US" sz="5228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HELP ME BE KIND,</a:t>
            </a:r>
          </a:p>
          <a:p>
            <a:pPr algn="ctr" marL="0" indent="0" lvl="0">
              <a:lnSpc>
                <a:spcPts val="5123"/>
              </a:lnSpc>
              <a:spcBef>
                <a:spcPct val="0"/>
              </a:spcBef>
            </a:pPr>
            <a:r>
              <a:rPr lang="en-US" sz="5228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HELPFUL, AND LOVING.</a:t>
            </a:r>
          </a:p>
          <a:p>
            <a:pPr algn="ctr" marL="0" indent="0" lvl="0">
              <a:lnSpc>
                <a:spcPts val="5123"/>
              </a:lnSpc>
              <a:spcBef>
                <a:spcPct val="0"/>
              </a:spcBef>
            </a:pPr>
            <a:r>
              <a:rPr lang="en-US" sz="5228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AMEN. 🙏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664780">
            <a:off x="14072394" y="1066468"/>
            <a:ext cx="2330834" cy="8324408"/>
          </a:xfrm>
          <a:custGeom>
            <a:avLst/>
            <a:gdLst/>
            <a:ahLst/>
            <a:cxnLst/>
            <a:rect r="r" b="b" t="t" l="l"/>
            <a:pathLst>
              <a:path h="8324408" w="2330834">
                <a:moveTo>
                  <a:pt x="0" y="0"/>
                </a:moveTo>
                <a:lnTo>
                  <a:pt x="2330835" y="0"/>
                </a:lnTo>
                <a:lnTo>
                  <a:pt x="2330835" y="8324408"/>
                </a:lnTo>
                <a:lnTo>
                  <a:pt x="0" y="8324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09294" y="4101366"/>
            <a:ext cx="3024027" cy="3858967"/>
          </a:xfrm>
          <a:custGeom>
            <a:avLst/>
            <a:gdLst/>
            <a:ahLst/>
            <a:cxnLst/>
            <a:rect r="r" b="b" t="t" l="l"/>
            <a:pathLst>
              <a:path h="3858967" w="3024027">
                <a:moveTo>
                  <a:pt x="0" y="0"/>
                </a:moveTo>
                <a:lnTo>
                  <a:pt x="3024027" y="0"/>
                </a:lnTo>
                <a:lnTo>
                  <a:pt x="3024027" y="3858967"/>
                </a:lnTo>
                <a:lnTo>
                  <a:pt x="0" y="3858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20984" y="1328219"/>
            <a:ext cx="2503565" cy="2435286"/>
          </a:xfrm>
          <a:custGeom>
            <a:avLst/>
            <a:gdLst/>
            <a:ahLst/>
            <a:cxnLst/>
            <a:rect r="r" b="b" t="t" l="l"/>
            <a:pathLst>
              <a:path h="2435286" w="2503565">
                <a:moveTo>
                  <a:pt x="0" y="0"/>
                </a:moveTo>
                <a:lnTo>
                  <a:pt x="2503565" y="0"/>
                </a:lnTo>
                <a:lnTo>
                  <a:pt x="2503565" y="2435286"/>
                </a:lnTo>
                <a:lnTo>
                  <a:pt x="0" y="2435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DAHUEaN6_R0</dc:identifier>
  <dcterms:modified xsi:type="dcterms:W3CDTF">2011-08-01T06:04:30Z</dcterms:modified>
  <cp:revision>1</cp:revision>
</cp:coreProperties>
</file>