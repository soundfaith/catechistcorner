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19" Target="../media/image30.png" Type="http://schemas.openxmlformats.org/officeDocument/2006/relationships/image"/><Relationship Id="rId2" Target="../media/image15.png" Type="http://schemas.openxmlformats.org/officeDocument/2006/relationships/image"/><Relationship Id="rId20" Target="../media/image9.png" Type="http://schemas.openxmlformats.org/officeDocument/2006/relationships/image"/><Relationship Id="rId21" Target="../media/image31.png" Type="http://schemas.openxmlformats.org/officeDocument/2006/relationships/image"/><Relationship Id="rId3" Target="../media/image8.png" Type="http://schemas.openxmlformats.org/officeDocument/2006/relationships/image"/><Relationship Id="rId4" Target="../media/image16.png" Type="http://schemas.openxmlformats.org/officeDocument/2006/relationships/image"/><Relationship Id="rId5" Target="../media/image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6.png" Type="http://schemas.openxmlformats.org/officeDocument/2006/relationships/image"/><Relationship Id="rId4" Target="../media/image7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8326" y="2899"/>
            <a:ext cx="4975626" cy="5156089"/>
          </a:xfrm>
          <a:custGeom>
            <a:avLst/>
            <a:gdLst/>
            <a:ahLst/>
            <a:cxnLst/>
            <a:rect r="r" b="b" t="t" l="l"/>
            <a:pathLst>
              <a:path h="5156089" w="4975626">
                <a:moveTo>
                  <a:pt x="0" y="0"/>
                </a:moveTo>
                <a:lnTo>
                  <a:pt x="4975627" y="0"/>
                </a:lnTo>
                <a:lnTo>
                  <a:pt x="4975627" y="5156089"/>
                </a:lnTo>
                <a:lnTo>
                  <a:pt x="0" y="5156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2466" y="4870685"/>
            <a:ext cx="5224337" cy="5178624"/>
          </a:xfrm>
          <a:custGeom>
            <a:avLst/>
            <a:gdLst/>
            <a:ahLst/>
            <a:cxnLst/>
            <a:rect r="r" b="b" t="t" l="l"/>
            <a:pathLst>
              <a:path h="5178624" w="5224337">
                <a:moveTo>
                  <a:pt x="0" y="0"/>
                </a:moveTo>
                <a:lnTo>
                  <a:pt x="5224337" y="0"/>
                </a:lnTo>
                <a:lnTo>
                  <a:pt x="5224337" y="5178624"/>
                </a:lnTo>
                <a:lnTo>
                  <a:pt x="0" y="5178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42179"/>
            <a:ext cx="11762313" cy="44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Keep Holy</a:t>
            </a:r>
          </a:p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Lord's Day!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10667"/>
            <a:ext cx="10720144" cy="5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Learning about God's special day! 🌟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8601" y="183963"/>
            <a:ext cx="4722177" cy="4806287"/>
          </a:xfrm>
          <a:custGeom>
            <a:avLst/>
            <a:gdLst/>
            <a:ahLst/>
            <a:cxnLst/>
            <a:rect r="r" b="b" t="t" l="l"/>
            <a:pathLst>
              <a:path h="4806287" w="4722177">
                <a:moveTo>
                  <a:pt x="0" y="0"/>
                </a:moveTo>
                <a:lnTo>
                  <a:pt x="4722177" y="0"/>
                </a:lnTo>
                <a:lnTo>
                  <a:pt x="4722177" y="4806287"/>
                </a:lnTo>
                <a:lnTo>
                  <a:pt x="0" y="4806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12338" y="5349160"/>
            <a:ext cx="4704981" cy="4913818"/>
          </a:xfrm>
          <a:custGeom>
            <a:avLst/>
            <a:gdLst/>
            <a:ahLst/>
            <a:cxnLst/>
            <a:rect r="r" b="b" t="t" l="l"/>
            <a:pathLst>
              <a:path h="4913818" w="4704981">
                <a:moveTo>
                  <a:pt x="0" y="0"/>
                </a:moveTo>
                <a:lnTo>
                  <a:pt x="4704981" y="0"/>
                </a:lnTo>
                <a:lnTo>
                  <a:pt x="4704981" y="4913818"/>
                </a:lnTo>
                <a:lnTo>
                  <a:pt x="0" y="4913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7" y="5956056"/>
            <a:ext cx="5950492" cy="98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gave us this special rule a long, long time ago. He wants us to rest and spend time with Him! 🌟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487" y="5114925"/>
            <a:ext cx="5950492" cy="3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"Remember the Sabbath day, to keep it holy!"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487" y="7464881"/>
            <a:ext cx="5810792" cy="3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What does "holy" mean?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487" y="8306012"/>
            <a:ext cx="6013453" cy="64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Holy means set apart and special — just for God! Sunday is our special day to love and praise Him. ☀️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487" y="1247775"/>
            <a:ext cx="10569686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00"/>
              </a:lnSpc>
            </a:pPr>
            <a:r>
              <a:rPr lang="en-US" b="true" sz="1200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Exodus 20:8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5076">
            <a:off x="2264539" y="-927258"/>
            <a:ext cx="6331853" cy="3213416"/>
          </a:xfrm>
          <a:custGeom>
            <a:avLst/>
            <a:gdLst/>
            <a:ahLst/>
            <a:cxnLst/>
            <a:rect r="r" b="b" t="t" l="l"/>
            <a:pathLst>
              <a:path h="3213416" w="6331853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139" y="-515370"/>
            <a:ext cx="3915928" cy="3891453"/>
          </a:xfrm>
          <a:custGeom>
            <a:avLst/>
            <a:gdLst/>
            <a:ahLst/>
            <a:cxnLst/>
            <a:rect r="r" b="b" t="t" l="l"/>
            <a:pathLst>
              <a:path h="3891453" w="3915928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6293" y="3536336"/>
            <a:ext cx="2971940" cy="3629851"/>
          </a:xfrm>
          <a:custGeom>
            <a:avLst/>
            <a:gdLst/>
            <a:ahLst/>
            <a:cxnLst/>
            <a:rect r="r" b="b" t="t" l="l"/>
            <a:pathLst>
              <a:path h="3629851" w="2971940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59171" y="7876752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9756">
            <a:off x="-1045942" y="2925625"/>
            <a:ext cx="3413677" cy="2568792"/>
          </a:xfrm>
          <a:custGeom>
            <a:avLst/>
            <a:gdLst/>
            <a:ahLst/>
            <a:cxnLst/>
            <a:rect r="r" b="b" t="t" l="l"/>
            <a:pathLst>
              <a:path h="2568792" w="3413677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8330" y="8125253"/>
            <a:ext cx="3915928" cy="3778870"/>
          </a:xfrm>
          <a:custGeom>
            <a:avLst/>
            <a:gdLst/>
            <a:ahLst/>
            <a:cxnLst/>
            <a:rect r="r" b="b" t="t" l="l"/>
            <a:pathLst>
              <a:path h="3778870" w="3915928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78" y="6033558"/>
            <a:ext cx="4108992" cy="4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279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Rose on Sunday!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153" y="7118562"/>
            <a:ext cx="4051842" cy="1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came back to life on a Sunday! That is why Sunday is the most special day of the week!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9504" y="6033558"/>
            <a:ext cx="4108992" cy="4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279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Rest Like God Did!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8079" y="7118562"/>
            <a:ext cx="4051842" cy="108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rested on the 7th day after creating the world. We rest on Sunday to be like God!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0429" y="6033558"/>
            <a:ext cx="4108992" cy="4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279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Celebrate Together!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04" y="7118562"/>
            <a:ext cx="4051842" cy="108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Sunday is a day to pray, go to Mass, and spend time with family and friends!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259" y="1928283"/>
            <a:ext cx="12303482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Sunday is Special!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60" y="0"/>
            <a:ext cx="5897369" cy="10287000"/>
            <a:chOff x="0" y="0"/>
            <a:chExt cx="786315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44930" y="-230074"/>
            <a:ext cx="6970901" cy="10969398"/>
            <a:chOff x="0" y="0"/>
            <a:chExt cx="2630007" cy="4138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30007" cy="4138574"/>
            </a:xfrm>
            <a:custGeom>
              <a:avLst/>
              <a:gdLst/>
              <a:ahLst/>
              <a:cxnLst/>
              <a:rect r="r" b="b" t="t" l="l"/>
              <a:pathLst>
                <a:path h="4138574" w="2630007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188" y="3499765"/>
            <a:ext cx="7648058" cy="6137567"/>
          </a:xfrm>
          <a:custGeom>
            <a:avLst/>
            <a:gdLst/>
            <a:ahLst/>
            <a:cxnLst/>
            <a:rect r="r" b="b" t="t" l="l"/>
            <a:pathLst>
              <a:path h="6137567" w="7648058">
                <a:moveTo>
                  <a:pt x="0" y="0"/>
                </a:moveTo>
                <a:lnTo>
                  <a:pt x="7648058" y="0"/>
                </a:lnTo>
                <a:lnTo>
                  <a:pt x="7648058" y="6137567"/>
                </a:lnTo>
                <a:lnTo>
                  <a:pt x="0" y="6137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958" y="7260395"/>
            <a:ext cx="4496342" cy="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Be Kind to Others 💛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2958" y="4250495"/>
            <a:ext cx="4496342" cy="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Spend Time with Family 👨‍👩‍👧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958" y="1400615"/>
            <a:ext cx="4496342" cy="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 to Mass ⛪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2958" y="80824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Help someone, say a prayer, or share a smile — love makes Sunday shine!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2958" y="50725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a meal, play together, and enjoy the gift of rest with loved ones!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2958" y="222269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Join your family at church to pray and celebrate God's special day!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00150"/>
            <a:ext cx="8551873" cy="232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3"/>
              </a:lnSpc>
            </a:pPr>
            <a:r>
              <a:rPr lang="en-US" b="true" sz="8993" spc="179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Ways to Keep Sunday Holy!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" y="0"/>
            <a:ext cx="5247515" cy="4972021"/>
          </a:xfrm>
          <a:custGeom>
            <a:avLst/>
            <a:gdLst/>
            <a:ahLst/>
            <a:cxnLst/>
            <a:rect r="r" b="b" t="t" l="l"/>
            <a:pathLst>
              <a:path h="4972021" w="5247515">
                <a:moveTo>
                  <a:pt x="0" y="0"/>
                </a:moveTo>
                <a:lnTo>
                  <a:pt x="5247516" y="0"/>
                </a:lnTo>
                <a:lnTo>
                  <a:pt x="5247516" y="4972021"/>
                </a:lnTo>
                <a:lnTo>
                  <a:pt x="0" y="4972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282" y="4972021"/>
            <a:ext cx="5268473" cy="5314979"/>
          </a:xfrm>
          <a:custGeom>
            <a:avLst/>
            <a:gdLst/>
            <a:ahLst/>
            <a:cxnLst/>
            <a:rect r="r" b="b" t="t" l="l"/>
            <a:pathLst>
              <a:path h="5314979" w="5268473">
                <a:moveTo>
                  <a:pt x="0" y="0"/>
                </a:moveTo>
                <a:lnTo>
                  <a:pt x="5268474" y="0"/>
                </a:lnTo>
                <a:lnTo>
                  <a:pt x="5268474" y="5314979"/>
                </a:lnTo>
                <a:lnTo>
                  <a:pt x="0" y="531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5290" y="1257300"/>
            <a:ext cx="11021814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More Fun on Sunday!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5290" y="5520437"/>
            <a:ext cx="454079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Show kindness by helping someone nearby. God loves when we care for others!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2190" y="5520437"/>
            <a:ext cx="4540792" cy="61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Open your Bible and read about Jesus. His stories are amazing and fun!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5290" y="8358887"/>
            <a:ext cx="4540792" cy="61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Laugh and play games together. Sunday is a great day for family fun!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2190" y="8358887"/>
            <a:ext cx="454079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Spend time with grandma and grandpa. They love seeing you on God's special day!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52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Help a Neighbor 🌟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21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Read Bible Stories 📖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52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Play with Siblings 😊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1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Visit Grandparents 💛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7559" y="3439754"/>
            <a:ext cx="1840151" cy="949978"/>
          </a:xfrm>
          <a:custGeom>
            <a:avLst/>
            <a:gdLst/>
            <a:ahLst/>
            <a:cxnLst/>
            <a:rect r="r" b="b" t="t" l="l"/>
            <a:pathLst>
              <a:path h="949978" w="1840151">
                <a:moveTo>
                  <a:pt x="0" y="0"/>
                </a:moveTo>
                <a:lnTo>
                  <a:pt x="1840152" y="0"/>
                </a:lnTo>
                <a:lnTo>
                  <a:pt x="1840152" y="949978"/>
                </a:lnTo>
                <a:lnTo>
                  <a:pt x="0" y="94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7559" y="4604416"/>
            <a:ext cx="1862050" cy="1689811"/>
          </a:xfrm>
          <a:custGeom>
            <a:avLst/>
            <a:gdLst/>
            <a:ahLst/>
            <a:cxnLst/>
            <a:rect r="r" b="b" t="t" l="l"/>
            <a:pathLst>
              <a:path h="1689811" w="1862050">
                <a:moveTo>
                  <a:pt x="0" y="0"/>
                </a:moveTo>
                <a:lnTo>
                  <a:pt x="1862051" y="0"/>
                </a:lnTo>
                <a:lnTo>
                  <a:pt x="1862051" y="1689811"/>
                </a:lnTo>
                <a:lnTo>
                  <a:pt x="0" y="168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66947" y="8548749"/>
            <a:ext cx="1283275" cy="1116449"/>
          </a:xfrm>
          <a:custGeom>
            <a:avLst/>
            <a:gdLst/>
            <a:ahLst/>
            <a:cxnLst/>
            <a:rect r="r" b="b" t="t" l="l"/>
            <a:pathLst>
              <a:path h="1116449" w="1283275">
                <a:moveTo>
                  <a:pt x="0" y="0"/>
                </a:moveTo>
                <a:lnTo>
                  <a:pt x="1283275" y="0"/>
                </a:lnTo>
                <a:lnTo>
                  <a:pt x="1283275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99589" y="6688641"/>
            <a:ext cx="1417990" cy="1409128"/>
          </a:xfrm>
          <a:custGeom>
            <a:avLst/>
            <a:gdLst/>
            <a:ahLst/>
            <a:cxnLst/>
            <a:rect r="r" b="b" t="t" l="l"/>
            <a:pathLst>
              <a:path h="1409128" w="1417990">
                <a:moveTo>
                  <a:pt x="0" y="0"/>
                </a:moveTo>
                <a:lnTo>
                  <a:pt x="1417991" y="0"/>
                </a:lnTo>
                <a:lnTo>
                  <a:pt x="1417991" y="1409128"/>
                </a:lnTo>
                <a:lnTo>
                  <a:pt x="0" y="1409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580" y="3337383"/>
            <a:ext cx="1238306" cy="1154720"/>
          </a:xfrm>
          <a:custGeom>
            <a:avLst/>
            <a:gdLst/>
            <a:ahLst/>
            <a:cxnLst/>
            <a:rect r="r" b="b" t="t" l="l"/>
            <a:pathLst>
              <a:path h="1154720" w="1238306">
                <a:moveTo>
                  <a:pt x="0" y="0"/>
                </a:moveTo>
                <a:lnTo>
                  <a:pt x="1238305" y="0"/>
                </a:lnTo>
                <a:lnTo>
                  <a:pt x="1238305" y="1154720"/>
                </a:lnTo>
                <a:lnTo>
                  <a:pt x="0" y="1154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32265" y="4762603"/>
            <a:ext cx="1574935" cy="1531624"/>
          </a:xfrm>
          <a:custGeom>
            <a:avLst/>
            <a:gdLst/>
            <a:ahLst/>
            <a:cxnLst/>
            <a:rect r="r" b="b" t="t" l="l"/>
            <a:pathLst>
              <a:path h="1531624" w="1574935">
                <a:moveTo>
                  <a:pt x="0" y="0"/>
                </a:moveTo>
                <a:lnTo>
                  <a:pt x="1574935" y="0"/>
                </a:lnTo>
                <a:lnTo>
                  <a:pt x="1574935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2265" y="6604078"/>
            <a:ext cx="1406620" cy="1578255"/>
          </a:xfrm>
          <a:custGeom>
            <a:avLst/>
            <a:gdLst/>
            <a:ahLst/>
            <a:cxnLst/>
            <a:rect r="r" b="b" t="t" l="l"/>
            <a:pathLst>
              <a:path h="1578255" w="1406620">
                <a:moveTo>
                  <a:pt x="0" y="0"/>
                </a:moveTo>
                <a:lnTo>
                  <a:pt x="1406620" y="0"/>
                </a:lnTo>
                <a:lnTo>
                  <a:pt x="1406620" y="1578255"/>
                </a:lnTo>
                <a:lnTo>
                  <a:pt x="0" y="157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9589" y="8548749"/>
            <a:ext cx="1609296" cy="1116449"/>
          </a:xfrm>
          <a:custGeom>
            <a:avLst/>
            <a:gdLst/>
            <a:ahLst/>
            <a:cxnLst/>
            <a:rect r="r" b="b" t="t" l="l"/>
            <a:pathLst>
              <a:path h="1116449" w="1609296">
                <a:moveTo>
                  <a:pt x="0" y="0"/>
                </a:moveTo>
                <a:lnTo>
                  <a:pt x="1609296" y="0"/>
                </a:lnTo>
                <a:lnTo>
                  <a:pt x="1609296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84000" y="3229154"/>
            <a:ext cx="2422924" cy="1262949"/>
          </a:xfrm>
          <a:custGeom>
            <a:avLst/>
            <a:gdLst/>
            <a:ahLst/>
            <a:cxnLst/>
            <a:rect r="r" b="b" t="t" l="l"/>
            <a:pathLst>
              <a:path h="1262949" w="2422924">
                <a:moveTo>
                  <a:pt x="0" y="0"/>
                </a:moveTo>
                <a:lnTo>
                  <a:pt x="2422924" y="0"/>
                </a:lnTo>
                <a:lnTo>
                  <a:pt x="2422924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17740" y="4683510"/>
            <a:ext cx="1755443" cy="1531624"/>
          </a:xfrm>
          <a:custGeom>
            <a:avLst/>
            <a:gdLst/>
            <a:ahLst/>
            <a:cxnLst/>
            <a:rect r="r" b="b" t="t" l="l"/>
            <a:pathLst>
              <a:path h="1531624" w="1755443">
                <a:moveTo>
                  <a:pt x="0" y="0"/>
                </a:moveTo>
                <a:lnTo>
                  <a:pt x="1755443" y="0"/>
                </a:lnTo>
                <a:lnTo>
                  <a:pt x="1755443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4801" y="6536321"/>
            <a:ext cx="1621322" cy="1646012"/>
          </a:xfrm>
          <a:custGeom>
            <a:avLst/>
            <a:gdLst/>
            <a:ahLst/>
            <a:cxnLst/>
            <a:rect r="r" b="b" t="t" l="l"/>
            <a:pathLst>
              <a:path h="1646012" w="1621322">
                <a:moveTo>
                  <a:pt x="0" y="0"/>
                </a:moveTo>
                <a:lnTo>
                  <a:pt x="1621322" y="0"/>
                </a:lnTo>
                <a:lnTo>
                  <a:pt x="1621322" y="1646012"/>
                </a:lnTo>
                <a:lnTo>
                  <a:pt x="0" y="1646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90066" y="8548749"/>
            <a:ext cx="2210791" cy="1116449"/>
          </a:xfrm>
          <a:custGeom>
            <a:avLst/>
            <a:gdLst/>
            <a:ahLst/>
            <a:cxnLst/>
            <a:rect r="r" b="b" t="t" l="l"/>
            <a:pathLst>
              <a:path h="1116449" w="2210791">
                <a:moveTo>
                  <a:pt x="0" y="0"/>
                </a:moveTo>
                <a:lnTo>
                  <a:pt x="2210791" y="0"/>
                </a:lnTo>
                <a:lnTo>
                  <a:pt x="2210791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69620" y="4604416"/>
            <a:ext cx="1385194" cy="1679023"/>
          </a:xfrm>
          <a:custGeom>
            <a:avLst/>
            <a:gdLst/>
            <a:ahLst/>
            <a:cxnLst/>
            <a:rect r="r" b="b" t="t" l="l"/>
            <a:pathLst>
              <a:path h="1679023" w="1385194">
                <a:moveTo>
                  <a:pt x="0" y="0"/>
                </a:moveTo>
                <a:lnTo>
                  <a:pt x="1385193" y="0"/>
                </a:lnTo>
                <a:lnTo>
                  <a:pt x="1385193" y="1679023"/>
                </a:lnTo>
                <a:lnTo>
                  <a:pt x="0" y="1679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51762" y="6585698"/>
            <a:ext cx="1620910" cy="1525681"/>
          </a:xfrm>
          <a:custGeom>
            <a:avLst/>
            <a:gdLst/>
            <a:ahLst/>
            <a:cxnLst/>
            <a:rect r="r" b="b" t="t" l="l"/>
            <a:pathLst>
              <a:path h="1525681" w="1620910">
                <a:moveTo>
                  <a:pt x="0" y="0"/>
                </a:moveTo>
                <a:lnTo>
                  <a:pt x="1620909" y="0"/>
                </a:lnTo>
                <a:lnTo>
                  <a:pt x="1620909" y="1525682"/>
                </a:lnTo>
                <a:lnTo>
                  <a:pt x="0" y="15256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14910" y="8623652"/>
            <a:ext cx="1294614" cy="945068"/>
          </a:xfrm>
          <a:custGeom>
            <a:avLst/>
            <a:gdLst/>
            <a:ahLst/>
            <a:cxnLst/>
            <a:rect r="r" b="b" t="t" l="l"/>
            <a:pathLst>
              <a:path h="945068" w="1294614">
                <a:moveTo>
                  <a:pt x="0" y="0"/>
                </a:moveTo>
                <a:lnTo>
                  <a:pt x="1294614" y="0"/>
                </a:lnTo>
                <a:lnTo>
                  <a:pt x="1294614" y="945068"/>
                </a:lnTo>
                <a:lnTo>
                  <a:pt x="0" y="9450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29952" y="3229154"/>
            <a:ext cx="1264530" cy="1262949"/>
          </a:xfrm>
          <a:custGeom>
            <a:avLst/>
            <a:gdLst/>
            <a:ahLst/>
            <a:cxnLst/>
            <a:rect r="r" b="b" t="t" l="l"/>
            <a:pathLst>
              <a:path h="1262949" w="1264530">
                <a:moveTo>
                  <a:pt x="0" y="0"/>
                </a:moveTo>
                <a:lnTo>
                  <a:pt x="1264530" y="0"/>
                </a:lnTo>
                <a:lnTo>
                  <a:pt x="1264530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16743" y="3283269"/>
            <a:ext cx="1280557" cy="1262949"/>
          </a:xfrm>
          <a:custGeom>
            <a:avLst/>
            <a:gdLst/>
            <a:ahLst/>
            <a:cxnLst/>
            <a:rect r="r" b="b" t="t" l="l"/>
            <a:pathLst>
              <a:path h="1262949" w="1280557">
                <a:moveTo>
                  <a:pt x="0" y="0"/>
                </a:moveTo>
                <a:lnTo>
                  <a:pt x="1280557" y="0"/>
                </a:lnTo>
                <a:lnTo>
                  <a:pt x="1280557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93392" y="6447779"/>
            <a:ext cx="790767" cy="1823095"/>
          </a:xfrm>
          <a:custGeom>
            <a:avLst/>
            <a:gdLst/>
            <a:ahLst/>
            <a:cxnLst/>
            <a:rect r="r" b="b" t="t" l="l"/>
            <a:pathLst>
              <a:path h="1823095" w="790767">
                <a:moveTo>
                  <a:pt x="0" y="0"/>
                </a:moveTo>
                <a:lnTo>
                  <a:pt x="790767" y="0"/>
                </a:lnTo>
                <a:lnTo>
                  <a:pt x="790767" y="1823095"/>
                </a:lnTo>
                <a:lnTo>
                  <a:pt x="0" y="182309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03602" y="4824414"/>
            <a:ext cx="1706838" cy="1284396"/>
          </a:xfrm>
          <a:custGeom>
            <a:avLst/>
            <a:gdLst/>
            <a:ahLst/>
            <a:cxnLst/>
            <a:rect r="r" b="b" t="t" l="l"/>
            <a:pathLst>
              <a:path h="1284396" w="1706838">
                <a:moveTo>
                  <a:pt x="0" y="0"/>
                </a:moveTo>
                <a:lnTo>
                  <a:pt x="1706839" y="0"/>
                </a:lnTo>
                <a:lnTo>
                  <a:pt x="1706839" y="1284395"/>
                </a:lnTo>
                <a:lnTo>
                  <a:pt x="0" y="12843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52623" y="8478874"/>
            <a:ext cx="1231536" cy="1234623"/>
          </a:xfrm>
          <a:custGeom>
            <a:avLst/>
            <a:gdLst/>
            <a:ahLst/>
            <a:cxnLst/>
            <a:rect r="r" b="b" t="t" l="l"/>
            <a:pathLst>
              <a:path h="1234623" w="1231536">
                <a:moveTo>
                  <a:pt x="0" y="0"/>
                </a:moveTo>
                <a:lnTo>
                  <a:pt x="1231536" y="0"/>
                </a:lnTo>
                <a:lnTo>
                  <a:pt x="1231536" y="1234623"/>
                </a:lnTo>
                <a:lnTo>
                  <a:pt x="0" y="12346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91995" y="744953"/>
            <a:ext cx="13904011" cy="11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3"/>
              </a:lnSpc>
            </a:pPr>
            <a:r>
              <a:rPr lang="en-US" b="true" sz="8993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 Sunday Plan! 🌟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35206" y="2244167"/>
            <a:ext cx="10017589" cy="38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1"/>
              </a:lnSpc>
              <a:spcBef>
                <a:spcPct val="0"/>
              </a:spcBef>
            </a:pPr>
            <a:r>
              <a:rPr lang="en-US" sz="2343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or write what you will do this Sunday to make it special for God!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6" y="13711"/>
            <a:ext cx="5228763" cy="5137260"/>
          </a:xfrm>
          <a:custGeom>
            <a:avLst/>
            <a:gdLst/>
            <a:ahLst/>
            <a:cxnLst/>
            <a:rect r="r" b="b" t="t" l="l"/>
            <a:pathLst>
              <a:path h="5137260" w="5228763">
                <a:moveTo>
                  <a:pt x="0" y="0"/>
                </a:moveTo>
                <a:lnTo>
                  <a:pt x="5228763" y="0"/>
                </a:lnTo>
                <a:lnTo>
                  <a:pt x="5228763" y="5137260"/>
                </a:lnTo>
                <a:lnTo>
                  <a:pt x="0" y="5137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7135" y="5175164"/>
            <a:ext cx="5255577" cy="5143896"/>
          </a:xfrm>
          <a:custGeom>
            <a:avLst/>
            <a:gdLst/>
            <a:ahLst/>
            <a:cxnLst/>
            <a:rect r="r" b="b" t="t" l="l"/>
            <a:pathLst>
              <a:path h="5143896" w="5255577">
                <a:moveTo>
                  <a:pt x="0" y="0"/>
                </a:moveTo>
                <a:lnTo>
                  <a:pt x="5255577" y="0"/>
                </a:lnTo>
                <a:lnTo>
                  <a:pt x="5255577" y="5143896"/>
                </a:lnTo>
                <a:lnTo>
                  <a:pt x="0" y="5143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0" y="4534376"/>
            <a:ext cx="6871242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Thank You, God, for Sunday!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7174442"/>
            <a:ext cx="6871242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Help me keep Your day holy.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627846"/>
            <a:ext cx="687124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</a:pPr>
            <a:r>
              <a:rPr lang="en-US" sz="279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Thank You for rest, family,</a:t>
            </a:r>
          </a:p>
          <a:p>
            <a:pPr algn="ctr" marL="0" indent="0" lvl="0">
              <a:lnSpc>
                <a:spcPts val="3919"/>
              </a:lnSpc>
            </a:pPr>
            <a:r>
              <a:rPr lang="en-US" sz="279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and fun together. 🌟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8267912"/>
            <a:ext cx="687124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</a:pPr>
            <a:r>
              <a:rPr lang="en-US" sz="279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Amen! 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5818" y="1114425"/>
            <a:ext cx="12303482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000"/>
              </a:lnSpc>
            </a:pPr>
            <a:r>
              <a:rPr lang="en-US" b="true" sz="1200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Joyful Prayer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18215">
            <a:off x="15052973" y="711997"/>
            <a:ext cx="4412654" cy="4114800"/>
          </a:xfrm>
          <a:custGeom>
            <a:avLst/>
            <a:gdLst/>
            <a:ahLst/>
            <a:cxnLst/>
            <a:rect r="r" b="b" t="t" l="l"/>
            <a:pathLst>
              <a:path h="4114800" w="4412654">
                <a:moveTo>
                  <a:pt x="0" y="0"/>
                </a:moveTo>
                <a:lnTo>
                  <a:pt x="4412654" y="0"/>
                </a:lnTo>
                <a:lnTo>
                  <a:pt x="4412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8725"/>
            <a:ext cx="13020682" cy="286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  <a:spcBef>
                <a:spcPct val="0"/>
              </a:spcBef>
            </a:pPr>
            <a:r>
              <a:rPr lang="en-US" b="true" sz="1100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Every Sunday is a gift from God! 🌟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195198">
            <a:off x="12519932" y="5027153"/>
            <a:ext cx="4238040" cy="3687095"/>
          </a:xfrm>
          <a:custGeom>
            <a:avLst/>
            <a:gdLst/>
            <a:ahLst/>
            <a:cxnLst/>
            <a:rect r="r" b="b" t="t" l="l"/>
            <a:pathLst>
              <a:path h="3687095" w="4238040">
                <a:moveTo>
                  <a:pt x="0" y="0"/>
                </a:moveTo>
                <a:lnTo>
                  <a:pt x="4238040" y="0"/>
                </a:lnTo>
                <a:lnTo>
                  <a:pt x="4238040" y="3687094"/>
                </a:lnTo>
                <a:lnTo>
                  <a:pt x="0" y="3687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21385">
            <a:off x="16334023" y="7100040"/>
            <a:ext cx="2586161" cy="3158670"/>
          </a:xfrm>
          <a:custGeom>
            <a:avLst/>
            <a:gdLst/>
            <a:ahLst/>
            <a:cxnLst/>
            <a:rect r="r" b="b" t="t" l="l"/>
            <a:pathLst>
              <a:path h="3158670" w="2586161">
                <a:moveTo>
                  <a:pt x="0" y="0"/>
                </a:moveTo>
                <a:lnTo>
                  <a:pt x="2586161" y="0"/>
                </a:lnTo>
                <a:lnTo>
                  <a:pt x="2586161" y="3158669"/>
                </a:lnTo>
                <a:lnTo>
                  <a:pt x="0" y="315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88748">
            <a:off x="11802354" y="-371921"/>
            <a:ext cx="4163844" cy="2102741"/>
          </a:xfrm>
          <a:custGeom>
            <a:avLst/>
            <a:gdLst/>
            <a:ahLst/>
            <a:cxnLst/>
            <a:rect r="r" b="b" t="t" l="l"/>
            <a:pathLst>
              <a:path h="2102741" w="4163844">
                <a:moveTo>
                  <a:pt x="0" y="0"/>
                </a:moveTo>
                <a:lnTo>
                  <a:pt x="4163845" y="0"/>
                </a:lnTo>
                <a:lnTo>
                  <a:pt x="4163845" y="2102742"/>
                </a:lnTo>
                <a:lnTo>
                  <a:pt x="0" y="2102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55816" y="8100449"/>
            <a:ext cx="2525577" cy="3061306"/>
          </a:xfrm>
          <a:custGeom>
            <a:avLst/>
            <a:gdLst/>
            <a:ahLst/>
            <a:cxnLst/>
            <a:rect r="r" b="b" t="t" l="l"/>
            <a:pathLst>
              <a:path h="3061306" w="2525577">
                <a:moveTo>
                  <a:pt x="0" y="0"/>
                </a:moveTo>
                <a:lnTo>
                  <a:pt x="2525577" y="0"/>
                </a:lnTo>
                <a:lnTo>
                  <a:pt x="2525577" y="3061305"/>
                </a:lnTo>
                <a:lnTo>
                  <a:pt x="0" y="306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404521"/>
            <a:ext cx="5477295" cy="185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7"/>
              </a:lnSpc>
              <a:spcBef>
                <a:spcPct val="0"/>
              </a:spcBef>
            </a:pPr>
            <a:r>
              <a:rPr lang="en-US" sz="353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Celebrate it with joy, love, and gratitude every week!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DAHUFAxQYUk</dc:identifier>
  <dcterms:modified xsi:type="dcterms:W3CDTF">2011-08-01T06:04:30Z</dcterms:modified>
  <cp:revision>1</cp:revision>
</cp:coreProperties>
</file>