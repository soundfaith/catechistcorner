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png" Type="http://schemas.openxmlformats.org/officeDocument/2006/relationships/image"/><Relationship Id="rId17" Target="../media/image27.png" Type="http://schemas.openxmlformats.org/officeDocument/2006/relationships/image"/><Relationship Id="rId18" Target="../media/image28.png" Type="http://schemas.openxmlformats.org/officeDocument/2006/relationships/image"/><Relationship Id="rId19" Target="../media/image29.png" Type="http://schemas.openxmlformats.org/officeDocument/2006/relationships/image"/><Relationship Id="rId2" Target="../media/image14.png" Type="http://schemas.openxmlformats.org/officeDocument/2006/relationships/image"/><Relationship Id="rId20" Target="../media/image10.png" Type="http://schemas.openxmlformats.org/officeDocument/2006/relationships/image"/><Relationship Id="rId21" Target="../media/image30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Relationship Id="rId5" Target="../media/image7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18.png" Type="http://schemas.openxmlformats.org/officeDocument/2006/relationships/image"/><Relationship Id="rId4" Target="../media/image29.png" Type="http://schemas.openxmlformats.org/officeDocument/2006/relationships/image"/><Relationship Id="rId5" Target="../media/image23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9.png" Type="http://schemas.openxmlformats.org/officeDocument/2006/relationships/image"/><Relationship Id="rId4" Target="../media/image33.png" Type="http://schemas.openxmlformats.org/officeDocument/2006/relationships/image"/><Relationship Id="rId5" Target="../media/image25.png" Type="http://schemas.openxmlformats.org/officeDocument/2006/relationships/image"/><Relationship Id="rId6" Target="../media/image27.png" Type="http://schemas.openxmlformats.org/officeDocument/2006/relationships/image"/><Relationship Id="rId7" Target="../media/image34.png" Type="http://schemas.openxmlformats.org/officeDocument/2006/relationships/image"/><Relationship Id="rId8" Target="../media/image23.png" Type="http://schemas.openxmlformats.org/officeDocument/2006/relationships/image"/><Relationship Id="rId9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1668" y="178530"/>
            <a:ext cx="4951229" cy="4852205"/>
          </a:xfrm>
          <a:custGeom>
            <a:avLst/>
            <a:gdLst/>
            <a:ahLst/>
            <a:cxnLst/>
            <a:rect r="r" b="b" t="t" l="l"/>
            <a:pathLst>
              <a:path h="4852205" w="4951229">
                <a:moveTo>
                  <a:pt x="0" y="0"/>
                </a:moveTo>
                <a:lnTo>
                  <a:pt x="4951229" y="0"/>
                </a:lnTo>
                <a:lnTo>
                  <a:pt x="4951229" y="4852205"/>
                </a:lnTo>
                <a:lnTo>
                  <a:pt x="0" y="4852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35094" y="4947478"/>
            <a:ext cx="5422481" cy="5151357"/>
          </a:xfrm>
          <a:custGeom>
            <a:avLst/>
            <a:gdLst/>
            <a:ahLst/>
            <a:cxnLst/>
            <a:rect r="r" b="b" t="t" l="l"/>
            <a:pathLst>
              <a:path h="5151357" w="5422481">
                <a:moveTo>
                  <a:pt x="0" y="0"/>
                </a:moveTo>
                <a:lnTo>
                  <a:pt x="5422481" y="0"/>
                </a:lnTo>
                <a:lnTo>
                  <a:pt x="5422481" y="5151356"/>
                </a:lnTo>
                <a:lnTo>
                  <a:pt x="0" y="5151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42179"/>
            <a:ext cx="11762313" cy="44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Church:</a:t>
            </a:r>
          </a:p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Community</a:t>
            </a:r>
          </a:p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 Families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10667"/>
            <a:ext cx="10720144" cy="5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belong to God's big family!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60" y="0"/>
            <a:ext cx="5897369" cy="10287000"/>
            <a:chOff x="0" y="0"/>
            <a:chExt cx="786315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44930" y="-230074"/>
            <a:ext cx="6970901" cy="10969398"/>
            <a:chOff x="0" y="0"/>
            <a:chExt cx="2630007" cy="4138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30007" cy="4138574"/>
            </a:xfrm>
            <a:custGeom>
              <a:avLst/>
              <a:gdLst/>
              <a:ahLst/>
              <a:cxnLst/>
              <a:rect r="r" b="b" t="t" l="l"/>
              <a:pathLst>
                <a:path h="4138574" w="2630007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0575" y="4550645"/>
            <a:ext cx="5585451" cy="5606475"/>
          </a:xfrm>
          <a:custGeom>
            <a:avLst/>
            <a:gdLst/>
            <a:ahLst/>
            <a:cxnLst/>
            <a:rect r="r" b="b" t="t" l="l"/>
            <a:pathLst>
              <a:path h="5606475" w="5585451">
                <a:moveTo>
                  <a:pt x="0" y="0"/>
                </a:moveTo>
                <a:lnTo>
                  <a:pt x="5585452" y="0"/>
                </a:lnTo>
                <a:lnTo>
                  <a:pt x="5585452" y="5606476"/>
                </a:lnTo>
                <a:lnTo>
                  <a:pt x="0" y="5606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958" y="72413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Care for Each Other ❤️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2958" y="42314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with Others 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958" y="138156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Stay Together 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2958" y="80824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"All the believers were together and had everything in common." — Acts 2:44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2958" y="5072575"/>
            <a:ext cx="4222753" cy="78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They shared what they had so everyone was taken care of.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2958" y="2222695"/>
            <a:ext cx="4222753" cy="78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Jesus' friends stayed close and met together every day!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90625"/>
            <a:ext cx="8551873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9000" spc="179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Acts 2:44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3088" y="0"/>
            <a:ext cx="5014912" cy="5143500"/>
          </a:xfrm>
          <a:custGeom>
            <a:avLst/>
            <a:gdLst/>
            <a:ahLst/>
            <a:cxnLst/>
            <a:rect r="r" b="b" t="t" l="l"/>
            <a:pathLst>
              <a:path h="5143500" w="5014912">
                <a:moveTo>
                  <a:pt x="0" y="0"/>
                </a:moveTo>
                <a:lnTo>
                  <a:pt x="5014912" y="0"/>
                </a:lnTo>
                <a:lnTo>
                  <a:pt x="501491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73088" y="5143500"/>
            <a:ext cx="5014912" cy="5143500"/>
          </a:xfrm>
          <a:custGeom>
            <a:avLst/>
            <a:gdLst/>
            <a:ahLst/>
            <a:cxnLst/>
            <a:rect r="r" b="b" t="t" l="l"/>
            <a:pathLst>
              <a:path h="5143500" w="5014912">
                <a:moveTo>
                  <a:pt x="0" y="0"/>
                </a:moveTo>
                <a:lnTo>
                  <a:pt x="5014912" y="0"/>
                </a:lnTo>
                <a:lnTo>
                  <a:pt x="501491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7" y="5946531"/>
            <a:ext cx="5950492" cy="101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loves us so much that He made us part of His big family! We follow Jesus together as brothers and sisters.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487" y="5095875"/>
            <a:ext cx="5950492" cy="44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678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Are Children of God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487" y="7445831"/>
            <a:ext cx="5810792" cy="44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sz="2678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Welcome and Love Each Other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487" y="8296487"/>
            <a:ext cx="6013453" cy="67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7"/>
              </a:lnSpc>
              <a:spcBef>
                <a:spcPct val="0"/>
              </a:spcBef>
            </a:pPr>
            <a:r>
              <a:rPr lang="en-US" sz="1962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At church, we smile, share, and care for everyone. Just like a family, we look out for one another!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487" y="1257300"/>
            <a:ext cx="10569686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Church Is God's Family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5076">
            <a:off x="2264539" y="-927258"/>
            <a:ext cx="6331853" cy="3213416"/>
          </a:xfrm>
          <a:custGeom>
            <a:avLst/>
            <a:gdLst/>
            <a:ahLst/>
            <a:cxnLst/>
            <a:rect r="r" b="b" t="t" l="l"/>
            <a:pathLst>
              <a:path h="3213416" w="6331853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139" y="-515370"/>
            <a:ext cx="3915928" cy="3891453"/>
          </a:xfrm>
          <a:custGeom>
            <a:avLst/>
            <a:gdLst/>
            <a:ahLst/>
            <a:cxnLst/>
            <a:rect r="r" b="b" t="t" l="l"/>
            <a:pathLst>
              <a:path h="3891453" w="3915928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6293" y="3536336"/>
            <a:ext cx="2971940" cy="3629851"/>
          </a:xfrm>
          <a:custGeom>
            <a:avLst/>
            <a:gdLst/>
            <a:ahLst/>
            <a:cxnLst/>
            <a:rect r="r" b="b" t="t" l="l"/>
            <a:pathLst>
              <a:path h="3629851" w="2971940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59171" y="7876752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9756">
            <a:off x="-1045942" y="2925625"/>
            <a:ext cx="3413677" cy="2568792"/>
          </a:xfrm>
          <a:custGeom>
            <a:avLst/>
            <a:gdLst/>
            <a:ahLst/>
            <a:cxnLst/>
            <a:rect r="r" b="b" t="t" l="l"/>
            <a:pathLst>
              <a:path h="2568792" w="3413677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8330" y="8125253"/>
            <a:ext cx="3915928" cy="3778870"/>
          </a:xfrm>
          <a:custGeom>
            <a:avLst/>
            <a:gdLst/>
            <a:ahLst/>
            <a:cxnLst/>
            <a:rect r="r" b="b" t="t" l="l"/>
            <a:pathLst>
              <a:path h="3778870" w="3915928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78" y="6052608"/>
            <a:ext cx="4108992" cy="4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8"/>
              </a:lnSpc>
              <a:spcBef>
                <a:spcPct val="0"/>
              </a:spcBef>
            </a:pPr>
            <a:r>
              <a:rPr lang="en-US" sz="247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Food 🍞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153" y="7128087"/>
            <a:ext cx="4051842" cy="112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Bring a meal to a family who needs help. Sharing food shows God's love!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9504" y="6052608"/>
            <a:ext cx="4108992" cy="4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8"/>
              </a:lnSpc>
              <a:spcBef>
                <a:spcPct val="0"/>
              </a:spcBef>
            </a:pPr>
            <a:r>
              <a:rPr lang="en-US" sz="247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Visit the Sick 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8079" y="7128087"/>
            <a:ext cx="4051842" cy="112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Visit someone who is sick or sad. A kind visit makes them feel loved!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0429" y="6052608"/>
            <a:ext cx="4108992" cy="42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8"/>
              </a:lnSpc>
              <a:spcBef>
                <a:spcPct val="0"/>
              </a:spcBef>
            </a:pPr>
            <a:r>
              <a:rPr lang="en-US" sz="247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Welcome Someone New 😊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04" y="7128087"/>
            <a:ext cx="4051842" cy="112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"/>
              </a:lnSpc>
              <a:spcBef>
                <a:spcPct val="0"/>
              </a:spcBef>
            </a:pPr>
            <a:r>
              <a:rPr lang="en-US" sz="216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Say hello and be kind to a new person at church. Everyone belongs!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259" y="1880658"/>
            <a:ext cx="12303482" cy="122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90"/>
              </a:lnSpc>
            </a:pPr>
            <a:r>
              <a:rPr lang="en-US" b="true" sz="929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Helping Together!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90" y="640"/>
            <a:ext cx="5322283" cy="5016252"/>
          </a:xfrm>
          <a:custGeom>
            <a:avLst/>
            <a:gdLst/>
            <a:ahLst/>
            <a:cxnLst/>
            <a:rect r="r" b="b" t="t" l="l"/>
            <a:pathLst>
              <a:path h="5016252" w="5322283">
                <a:moveTo>
                  <a:pt x="0" y="0"/>
                </a:moveTo>
                <a:lnTo>
                  <a:pt x="5322283" y="0"/>
                </a:lnTo>
                <a:lnTo>
                  <a:pt x="5322283" y="5016252"/>
                </a:lnTo>
                <a:lnTo>
                  <a:pt x="0" y="5016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8" y="5033268"/>
            <a:ext cx="5214351" cy="5155690"/>
          </a:xfrm>
          <a:custGeom>
            <a:avLst/>
            <a:gdLst/>
            <a:ahLst/>
            <a:cxnLst/>
            <a:rect r="r" b="b" t="t" l="l"/>
            <a:pathLst>
              <a:path h="5155690" w="5214351">
                <a:moveTo>
                  <a:pt x="0" y="0"/>
                </a:moveTo>
                <a:lnTo>
                  <a:pt x="5214351" y="0"/>
                </a:lnTo>
                <a:lnTo>
                  <a:pt x="5214351" y="5155689"/>
                </a:lnTo>
                <a:lnTo>
                  <a:pt x="0" y="5155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5290" y="1257300"/>
            <a:ext cx="11021814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Praying Together!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5290" y="5510912"/>
            <a:ext cx="4540792" cy="7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sz="228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go to Mass and pray as one big Church family every week!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2190" y="5510912"/>
            <a:ext cx="4540792" cy="7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sz="228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thank God for our food and our families before we eat.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5290" y="8349362"/>
            <a:ext cx="4540792" cy="7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sz="228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pray for people who are sad or sick so they feel God's love.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2190" y="8349362"/>
            <a:ext cx="4540792" cy="7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9"/>
              </a:lnSpc>
              <a:spcBef>
                <a:spcPct val="0"/>
              </a:spcBef>
            </a:pPr>
            <a:r>
              <a:rPr lang="en-US" sz="228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thank God every day for our wonderful parish families!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52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At Mass Together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21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Before Our Meals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52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For the Sad &amp; Sick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1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Thank You, God!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7559" y="3439754"/>
            <a:ext cx="1840151" cy="949978"/>
          </a:xfrm>
          <a:custGeom>
            <a:avLst/>
            <a:gdLst/>
            <a:ahLst/>
            <a:cxnLst/>
            <a:rect r="r" b="b" t="t" l="l"/>
            <a:pathLst>
              <a:path h="949978" w="1840151">
                <a:moveTo>
                  <a:pt x="0" y="0"/>
                </a:moveTo>
                <a:lnTo>
                  <a:pt x="1840152" y="0"/>
                </a:lnTo>
                <a:lnTo>
                  <a:pt x="1840152" y="949978"/>
                </a:lnTo>
                <a:lnTo>
                  <a:pt x="0" y="94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7559" y="4604416"/>
            <a:ext cx="1862050" cy="1689811"/>
          </a:xfrm>
          <a:custGeom>
            <a:avLst/>
            <a:gdLst/>
            <a:ahLst/>
            <a:cxnLst/>
            <a:rect r="r" b="b" t="t" l="l"/>
            <a:pathLst>
              <a:path h="1689811" w="1862050">
                <a:moveTo>
                  <a:pt x="0" y="0"/>
                </a:moveTo>
                <a:lnTo>
                  <a:pt x="1862051" y="0"/>
                </a:lnTo>
                <a:lnTo>
                  <a:pt x="1862051" y="1689811"/>
                </a:lnTo>
                <a:lnTo>
                  <a:pt x="0" y="168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66947" y="8548749"/>
            <a:ext cx="1283275" cy="1116449"/>
          </a:xfrm>
          <a:custGeom>
            <a:avLst/>
            <a:gdLst/>
            <a:ahLst/>
            <a:cxnLst/>
            <a:rect r="r" b="b" t="t" l="l"/>
            <a:pathLst>
              <a:path h="1116449" w="1283275">
                <a:moveTo>
                  <a:pt x="0" y="0"/>
                </a:moveTo>
                <a:lnTo>
                  <a:pt x="1283275" y="0"/>
                </a:lnTo>
                <a:lnTo>
                  <a:pt x="1283275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99589" y="6688641"/>
            <a:ext cx="1417990" cy="1409128"/>
          </a:xfrm>
          <a:custGeom>
            <a:avLst/>
            <a:gdLst/>
            <a:ahLst/>
            <a:cxnLst/>
            <a:rect r="r" b="b" t="t" l="l"/>
            <a:pathLst>
              <a:path h="1409128" w="1417990">
                <a:moveTo>
                  <a:pt x="0" y="0"/>
                </a:moveTo>
                <a:lnTo>
                  <a:pt x="1417991" y="0"/>
                </a:lnTo>
                <a:lnTo>
                  <a:pt x="1417991" y="1409128"/>
                </a:lnTo>
                <a:lnTo>
                  <a:pt x="0" y="1409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580" y="3337383"/>
            <a:ext cx="1238306" cy="1154720"/>
          </a:xfrm>
          <a:custGeom>
            <a:avLst/>
            <a:gdLst/>
            <a:ahLst/>
            <a:cxnLst/>
            <a:rect r="r" b="b" t="t" l="l"/>
            <a:pathLst>
              <a:path h="1154720" w="1238306">
                <a:moveTo>
                  <a:pt x="0" y="0"/>
                </a:moveTo>
                <a:lnTo>
                  <a:pt x="1238305" y="0"/>
                </a:lnTo>
                <a:lnTo>
                  <a:pt x="1238305" y="1154720"/>
                </a:lnTo>
                <a:lnTo>
                  <a:pt x="0" y="1154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32265" y="4762603"/>
            <a:ext cx="1574935" cy="1531624"/>
          </a:xfrm>
          <a:custGeom>
            <a:avLst/>
            <a:gdLst/>
            <a:ahLst/>
            <a:cxnLst/>
            <a:rect r="r" b="b" t="t" l="l"/>
            <a:pathLst>
              <a:path h="1531624" w="1574935">
                <a:moveTo>
                  <a:pt x="0" y="0"/>
                </a:moveTo>
                <a:lnTo>
                  <a:pt x="1574935" y="0"/>
                </a:lnTo>
                <a:lnTo>
                  <a:pt x="1574935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2265" y="6604078"/>
            <a:ext cx="1406620" cy="1578255"/>
          </a:xfrm>
          <a:custGeom>
            <a:avLst/>
            <a:gdLst/>
            <a:ahLst/>
            <a:cxnLst/>
            <a:rect r="r" b="b" t="t" l="l"/>
            <a:pathLst>
              <a:path h="1578255" w="1406620">
                <a:moveTo>
                  <a:pt x="0" y="0"/>
                </a:moveTo>
                <a:lnTo>
                  <a:pt x="1406620" y="0"/>
                </a:lnTo>
                <a:lnTo>
                  <a:pt x="1406620" y="1578255"/>
                </a:lnTo>
                <a:lnTo>
                  <a:pt x="0" y="157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9589" y="8548749"/>
            <a:ext cx="1609296" cy="1116449"/>
          </a:xfrm>
          <a:custGeom>
            <a:avLst/>
            <a:gdLst/>
            <a:ahLst/>
            <a:cxnLst/>
            <a:rect r="r" b="b" t="t" l="l"/>
            <a:pathLst>
              <a:path h="1116449" w="1609296">
                <a:moveTo>
                  <a:pt x="0" y="0"/>
                </a:moveTo>
                <a:lnTo>
                  <a:pt x="1609296" y="0"/>
                </a:lnTo>
                <a:lnTo>
                  <a:pt x="1609296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84000" y="3229154"/>
            <a:ext cx="2422924" cy="1262949"/>
          </a:xfrm>
          <a:custGeom>
            <a:avLst/>
            <a:gdLst/>
            <a:ahLst/>
            <a:cxnLst/>
            <a:rect r="r" b="b" t="t" l="l"/>
            <a:pathLst>
              <a:path h="1262949" w="2422924">
                <a:moveTo>
                  <a:pt x="0" y="0"/>
                </a:moveTo>
                <a:lnTo>
                  <a:pt x="2422924" y="0"/>
                </a:lnTo>
                <a:lnTo>
                  <a:pt x="2422924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17740" y="4683510"/>
            <a:ext cx="1755443" cy="1531624"/>
          </a:xfrm>
          <a:custGeom>
            <a:avLst/>
            <a:gdLst/>
            <a:ahLst/>
            <a:cxnLst/>
            <a:rect r="r" b="b" t="t" l="l"/>
            <a:pathLst>
              <a:path h="1531624" w="1755443">
                <a:moveTo>
                  <a:pt x="0" y="0"/>
                </a:moveTo>
                <a:lnTo>
                  <a:pt x="1755443" y="0"/>
                </a:lnTo>
                <a:lnTo>
                  <a:pt x="1755443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4801" y="6536321"/>
            <a:ext cx="1621322" cy="1646012"/>
          </a:xfrm>
          <a:custGeom>
            <a:avLst/>
            <a:gdLst/>
            <a:ahLst/>
            <a:cxnLst/>
            <a:rect r="r" b="b" t="t" l="l"/>
            <a:pathLst>
              <a:path h="1646012" w="1621322">
                <a:moveTo>
                  <a:pt x="0" y="0"/>
                </a:moveTo>
                <a:lnTo>
                  <a:pt x="1621322" y="0"/>
                </a:lnTo>
                <a:lnTo>
                  <a:pt x="1621322" y="1646012"/>
                </a:lnTo>
                <a:lnTo>
                  <a:pt x="0" y="1646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90066" y="8548749"/>
            <a:ext cx="2210791" cy="1116449"/>
          </a:xfrm>
          <a:custGeom>
            <a:avLst/>
            <a:gdLst/>
            <a:ahLst/>
            <a:cxnLst/>
            <a:rect r="r" b="b" t="t" l="l"/>
            <a:pathLst>
              <a:path h="1116449" w="2210791">
                <a:moveTo>
                  <a:pt x="0" y="0"/>
                </a:moveTo>
                <a:lnTo>
                  <a:pt x="2210791" y="0"/>
                </a:lnTo>
                <a:lnTo>
                  <a:pt x="2210791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69620" y="4604416"/>
            <a:ext cx="1385194" cy="1679023"/>
          </a:xfrm>
          <a:custGeom>
            <a:avLst/>
            <a:gdLst/>
            <a:ahLst/>
            <a:cxnLst/>
            <a:rect r="r" b="b" t="t" l="l"/>
            <a:pathLst>
              <a:path h="1679023" w="1385194">
                <a:moveTo>
                  <a:pt x="0" y="0"/>
                </a:moveTo>
                <a:lnTo>
                  <a:pt x="1385193" y="0"/>
                </a:lnTo>
                <a:lnTo>
                  <a:pt x="1385193" y="1679023"/>
                </a:lnTo>
                <a:lnTo>
                  <a:pt x="0" y="1679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51762" y="6585698"/>
            <a:ext cx="1620910" cy="1525681"/>
          </a:xfrm>
          <a:custGeom>
            <a:avLst/>
            <a:gdLst/>
            <a:ahLst/>
            <a:cxnLst/>
            <a:rect r="r" b="b" t="t" l="l"/>
            <a:pathLst>
              <a:path h="1525681" w="1620910">
                <a:moveTo>
                  <a:pt x="0" y="0"/>
                </a:moveTo>
                <a:lnTo>
                  <a:pt x="1620909" y="0"/>
                </a:lnTo>
                <a:lnTo>
                  <a:pt x="1620909" y="1525682"/>
                </a:lnTo>
                <a:lnTo>
                  <a:pt x="0" y="15256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14910" y="8623652"/>
            <a:ext cx="1294614" cy="945068"/>
          </a:xfrm>
          <a:custGeom>
            <a:avLst/>
            <a:gdLst/>
            <a:ahLst/>
            <a:cxnLst/>
            <a:rect r="r" b="b" t="t" l="l"/>
            <a:pathLst>
              <a:path h="945068" w="1294614">
                <a:moveTo>
                  <a:pt x="0" y="0"/>
                </a:moveTo>
                <a:lnTo>
                  <a:pt x="1294614" y="0"/>
                </a:lnTo>
                <a:lnTo>
                  <a:pt x="1294614" y="945068"/>
                </a:lnTo>
                <a:lnTo>
                  <a:pt x="0" y="9450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29952" y="3229154"/>
            <a:ext cx="1264530" cy="1262949"/>
          </a:xfrm>
          <a:custGeom>
            <a:avLst/>
            <a:gdLst/>
            <a:ahLst/>
            <a:cxnLst/>
            <a:rect r="r" b="b" t="t" l="l"/>
            <a:pathLst>
              <a:path h="1262949" w="1264530">
                <a:moveTo>
                  <a:pt x="0" y="0"/>
                </a:moveTo>
                <a:lnTo>
                  <a:pt x="1264530" y="0"/>
                </a:lnTo>
                <a:lnTo>
                  <a:pt x="1264530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16743" y="3283269"/>
            <a:ext cx="1280557" cy="1262949"/>
          </a:xfrm>
          <a:custGeom>
            <a:avLst/>
            <a:gdLst/>
            <a:ahLst/>
            <a:cxnLst/>
            <a:rect r="r" b="b" t="t" l="l"/>
            <a:pathLst>
              <a:path h="1262949" w="1280557">
                <a:moveTo>
                  <a:pt x="0" y="0"/>
                </a:moveTo>
                <a:lnTo>
                  <a:pt x="1280557" y="0"/>
                </a:lnTo>
                <a:lnTo>
                  <a:pt x="1280557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93392" y="6447779"/>
            <a:ext cx="790767" cy="1823095"/>
          </a:xfrm>
          <a:custGeom>
            <a:avLst/>
            <a:gdLst/>
            <a:ahLst/>
            <a:cxnLst/>
            <a:rect r="r" b="b" t="t" l="l"/>
            <a:pathLst>
              <a:path h="1823095" w="790767">
                <a:moveTo>
                  <a:pt x="0" y="0"/>
                </a:moveTo>
                <a:lnTo>
                  <a:pt x="790767" y="0"/>
                </a:lnTo>
                <a:lnTo>
                  <a:pt x="790767" y="1823095"/>
                </a:lnTo>
                <a:lnTo>
                  <a:pt x="0" y="182309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03602" y="4824414"/>
            <a:ext cx="1706838" cy="1284396"/>
          </a:xfrm>
          <a:custGeom>
            <a:avLst/>
            <a:gdLst/>
            <a:ahLst/>
            <a:cxnLst/>
            <a:rect r="r" b="b" t="t" l="l"/>
            <a:pathLst>
              <a:path h="1284396" w="1706838">
                <a:moveTo>
                  <a:pt x="0" y="0"/>
                </a:moveTo>
                <a:lnTo>
                  <a:pt x="1706839" y="0"/>
                </a:lnTo>
                <a:lnTo>
                  <a:pt x="1706839" y="1284395"/>
                </a:lnTo>
                <a:lnTo>
                  <a:pt x="0" y="12843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52623" y="8478874"/>
            <a:ext cx="1231536" cy="1234623"/>
          </a:xfrm>
          <a:custGeom>
            <a:avLst/>
            <a:gdLst/>
            <a:ahLst/>
            <a:cxnLst/>
            <a:rect r="r" b="b" t="t" l="l"/>
            <a:pathLst>
              <a:path h="1234623" w="1231536">
                <a:moveTo>
                  <a:pt x="0" y="0"/>
                </a:moveTo>
                <a:lnTo>
                  <a:pt x="1231536" y="0"/>
                </a:lnTo>
                <a:lnTo>
                  <a:pt x="1231536" y="1234623"/>
                </a:lnTo>
                <a:lnTo>
                  <a:pt x="0" y="12346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91995" y="744953"/>
            <a:ext cx="13904011" cy="11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3"/>
              </a:lnSpc>
            </a:pPr>
            <a:r>
              <a:rPr lang="en-US" b="true" sz="8993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Drawing Activity!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35206" y="2284719"/>
            <a:ext cx="10017589" cy="30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1"/>
              </a:lnSpc>
              <a:spcBef>
                <a:spcPct val="0"/>
              </a:spcBef>
            </a:pPr>
            <a:r>
              <a:rPr lang="en-US" sz="1786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your family in the Church. Add people who help you pray, learn, sing, or feel welcome!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62391" y="864023"/>
            <a:ext cx="8578400" cy="852618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-978226">
            <a:off x="-782594" y="6567469"/>
            <a:ext cx="3195934" cy="3585901"/>
          </a:xfrm>
          <a:custGeom>
            <a:avLst/>
            <a:gdLst/>
            <a:ahLst/>
            <a:cxnLst/>
            <a:rect r="r" b="b" t="t" l="l"/>
            <a:pathLst>
              <a:path h="3585901" w="3195934">
                <a:moveTo>
                  <a:pt x="0" y="0"/>
                </a:moveTo>
                <a:lnTo>
                  <a:pt x="3195934" y="0"/>
                </a:lnTo>
                <a:lnTo>
                  <a:pt x="3195934" y="3585901"/>
                </a:lnTo>
                <a:lnTo>
                  <a:pt x="0" y="3585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90659">
            <a:off x="5475385" y="-1438132"/>
            <a:ext cx="2239136" cy="5162272"/>
          </a:xfrm>
          <a:custGeom>
            <a:avLst/>
            <a:gdLst/>
            <a:ahLst/>
            <a:cxnLst/>
            <a:rect r="r" b="b" t="t" l="l"/>
            <a:pathLst>
              <a:path h="5162272" w="2239136">
                <a:moveTo>
                  <a:pt x="0" y="0"/>
                </a:moveTo>
                <a:lnTo>
                  <a:pt x="2239135" y="0"/>
                </a:lnTo>
                <a:lnTo>
                  <a:pt x="2239135" y="5162272"/>
                </a:lnTo>
                <a:lnTo>
                  <a:pt x="0" y="5162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3760">
            <a:off x="-744369" y="882002"/>
            <a:ext cx="4163844" cy="2102741"/>
          </a:xfrm>
          <a:custGeom>
            <a:avLst/>
            <a:gdLst/>
            <a:ahLst/>
            <a:cxnLst/>
            <a:rect r="r" b="b" t="t" l="l"/>
            <a:pathLst>
              <a:path h="2102741" w="4163844">
                <a:moveTo>
                  <a:pt x="0" y="0"/>
                </a:moveTo>
                <a:lnTo>
                  <a:pt x="4163844" y="0"/>
                </a:lnTo>
                <a:lnTo>
                  <a:pt x="4163844" y="2102741"/>
                </a:lnTo>
                <a:lnTo>
                  <a:pt x="0" y="2102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64585">
            <a:off x="6024992" y="8277369"/>
            <a:ext cx="2963231" cy="2789141"/>
          </a:xfrm>
          <a:custGeom>
            <a:avLst/>
            <a:gdLst/>
            <a:ahLst/>
            <a:cxnLst/>
            <a:rect r="r" b="b" t="t" l="l"/>
            <a:pathLst>
              <a:path h="2789141" w="2963231">
                <a:moveTo>
                  <a:pt x="0" y="0"/>
                </a:moveTo>
                <a:lnTo>
                  <a:pt x="2963231" y="0"/>
                </a:lnTo>
                <a:lnTo>
                  <a:pt x="2963231" y="2789142"/>
                </a:lnTo>
                <a:lnTo>
                  <a:pt x="0" y="278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6925" y="3940285"/>
            <a:ext cx="6928392" cy="169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36"/>
              </a:lnSpc>
            </a:pPr>
            <a:r>
              <a:rPr lang="en-US" b="true" sz="653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 Church</a:t>
            </a:r>
          </a:p>
          <a:p>
            <a:pPr algn="l" marL="0" indent="0" lvl="0">
              <a:lnSpc>
                <a:spcPts val="6536"/>
              </a:lnSpc>
            </a:pPr>
            <a:r>
              <a:rPr lang="en-US" b="true" sz="653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Family 💛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6925" y="6175830"/>
            <a:ext cx="485194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Think of one way to help, one person to pray for, and one kind thing you can do this week!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9911">
            <a:off x="-426662" y="6267180"/>
            <a:ext cx="2910723" cy="2874339"/>
          </a:xfrm>
          <a:custGeom>
            <a:avLst/>
            <a:gdLst/>
            <a:ahLst/>
            <a:cxnLst/>
            <a:rect r="r" b="b" t="t" l="l"/>
            <a:pathLst>
              <a:path h="2874339" w="2910723">
                <a:moveTo>
                  <a:pt x="0" y="0"/>
                </a:moveTo>
                <a:lnTo>
                  <a:pt x="2910724" y="0"/>
                </a:lnTo>
                <a:lnTo>
                  <a:pt x="2910724" y="2874339"/>
                </a:lnTo>
                <a:lnTo>
                  <a:pt x="0" y="2874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7369" y="3091946"/>
            <a:ext cx="14013263" cy="399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4"/>
              </a:lnSpc>
              <a:spcBef>
                <a:spcPct val="0"/>
              </a:spcBef>
            </a:pPr>
            <a:r>
              <a:rPr lang="en-US" b="true" sz="571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Dear God, thank You for our church family. Help us love, help, and pray for one another. Keep all parish families safe and close to You. Amen. 🙏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08611" y="-1653844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6" y="0"/>
                </a:lnTo>
                <a:lnTo>
                  <a:pt x="5142246" y="4666588"/>
                </a:lnTo>
                <a:lnTo>
                  <a:pt x="0" y="466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58914">
            <a:off x="16018416" y="2093434"/>
            <a:ext cx="3217375" cy="3068572"/>
          </a:xfrm>
          <a:custGeom>
            <a:avLst/>
            <a:gdLst/>
            <a:ahLst/>
            <a:cxnLst/>
            <a:rect r="r" b="b" t="t" l="l"/>
            <a:pathLst>
              <a:path h="3068572" w="3217375">
                <a:moveTo>
                  <a:pt x="0" y="0"/>
                </a:moveTo>
                <a:lnTo>
                  <a:pt x="3217375" y="0"/>
                </a:lnTo>
                <a:lnTo>
                  <a:pt x="3217375" y="3068571"/>
                </a:lnTo>
                <a:lnTo>
                  <a:pt x="0" y="3068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61609">
            <a:off x="-1034392" y="581648"/>
            <a:ext cx="4126184" cy="3883770"/>
          </a:xfrm>
          <a:custGeom>
            <a:avLst/>
            <a:gdLst/>
            <a:ahLst/>
            <a:cxnLst/>
            <a:rect r="r" b="b" t="t" l="l"/>
            <a:pathLst>
              <a:path h="3883770" w="4126184">
                <a:moveTo>
                  <a:pt x="0" y="0"/>
                </a:moveTo>
                <a:lnTo>
                  <a:pt x="4126184" y="0"/>
                </a:lnTo>
                <a:lnTo>
                  <a:pt x="4126184" y="3883771"/>
                </a:lnTo>
                <a:lnTo>
                  <a:pt x="0" y="388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4516" y="6677786"/>
            <a:ext cx="3385175" cy="3380943"/>
          </a:xfrm>
          <a:custGeom>
            <a:avLst/>
            <a:gdLst/>
            <a:ahLst/>
            <a:cxnLst/>
            <a:rect r="r" b="b" t="t" l="l"/>
            <a:pathLst>
              <a:path h="3380943" w="3385175">
                <a:moveTo>
                  <a:pt x="0" y="0"/>
                </a:moveTo>
                <a:lnTo>
                  <a:pt x="3385175" y="0"/>
                </a:lnTo>
                <a:lnTo>
                  <a:pt x="3385175" y="3380943"/>
                </a:lnTo>
                <a:lnTo>
                  <a:pt x="0" y="3380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365806">
            <a:off x="5711572" y="-682381"/>
            <a:ext cx="2470060" cy="3509855"/>
          </a:xfrm>
          <a:custGeom>
            <a:avLst/>
            <a:gdLst/>
            <a:ahLst/>
            <a:cxnLst/>
            <a:rect r="r" b="b" t="t" l="l"/>
            <a:pathLst>
              <a:path h="3509855" w="2470060">
                <a:moveTo>
                  <a:pt x="0" y="0"/>
                </a:moveTo>
                <a:lnTo>
                  <a:pt x="2470060" y="0"/>
                </a:lnTo>
                <a:lnTo>
                  <a:pt x="2470060" y="3509855"/>
                </a:lnTo>
                <a:lnTo>
                  <a:pt x="0" y="3509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96531">
            <a:off x="3089646" y="7903765"/>
            <a:ext cx="5364497" cy="2709071"/>
          </a:xfrm>
          <a:custGeom>
            <a:avLst/>
            <a:gdLst/>
            <a:ahLst/>
            <a:cxnLst/>
            <a:rect r="r" b="b" t="t" l="l"/>
            <a:pathLst>
              <a:path h="2709071" w="5364497">
                <a:moveTo>
                  <a:pt x="0" y="0"/>
                </a:moveTo>
                <a:lnTo>
                  <a:pt x="5364497" y="0"/>
                </a:lnTo>
                <a:lnTo>
                  <a:pt x="5364497" y="2709070"/>
                </a:lnTo>
                <a:lnTo>
                  <a:pt x="0" y="2709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1245">
            <a:off x="9589384" y="8479755"/>
            <a:ext cx="5081769" cy="2623463"/>
          </a:xfrm>
          <a:custGeom>
            <a:avLst/>
            <a:gdLst/>
            <a:ahLst/>
            <a:cxnLst/>
            <a:rect r="r" b="b" t="t" l="l"/>
            <a:pathLst>
              <a:path h="2623463" w="5081769">
                <a:moveTo>
                  <a:pt x="0" y="0"/>
                </a:moveTo>
                <a:lnTo>
                  <a:pt x="5081770" y="0"/>
                </a:lnTo>
                <a:lnTo>
                  <a:pt x="5081770" y="2623464"/>
                </a:lnTo>
                <a:lnTo>
                  <a:pt x="0" y="26234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DAHUEe4Ns7g</dc:identifier>
  <dcterms:modified xsi:type="dcterms:W3CDTF">2011-08-01T06:04:30Z</dcterms:modified>
  <cp:revision>1</cp:revision>
</cp:coreProperties>
</file>