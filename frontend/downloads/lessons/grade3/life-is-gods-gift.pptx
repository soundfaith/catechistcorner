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3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40226" y="-16440"/>
            <a:ext cx="8891900" cy="5190647"/>
          </a:xfrm>
          <a:custGeom>
            <a:avLst/>
            <a:gdLst/>
            <a:ahLst/>
            <a:cxnLst/>
            <a:rect r="r" b="b" t="t" l="l"/>
            <a:pathLst>
              <a:path h="5190647" w="8891900">
                <a:moveTo>
                  <a:pt x="0" y="0"/>
                </a:moveTo>
                <a:lnTo>
                  <a:pt x="8891899" y="0"/>
                </a:lnTo>
                <a:lnTo>
                  <a:pt x="8891899" y="5190647"/>
                </a:lnTo>
                <a:lnTo>
                  <a:pt x="0" y="5190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22292" y="5227736"/>
            <a:ext cx="4967907" cy="4818870"/>
          </a:xfrm>
          <a:custGeom>
            <a:avLst/>
            <a:gdLst/>
            <a:ahLst/>
            <a:cxnLst/>
            <a:rect r="r" b="b" t="t" l="l"/>
            <a:pathLst>
              <a:path h="4818870" w="4967907">
                <a:moveTo>
                  <a:pt x="0" y="0"/>
                </a:moveTo>
                <a:lnTo>
                  <a:pt x="4967907" y="0"/>
                </a:lnTo>
                <a:lnTo>
                  <a:pt x="4967907" y="4818870"/>
                </a:lnTo>
                <a:lnTo>
                  <a:pt x="0" y="4818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51704"/>
            <a:ext cx="11762313" cy="3069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24"/>
              </a:lnSpc>
            </a:pPr>
            <a:r>
              <a:rPr lang="en-US" b="true" sz="1351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Life Is a Gift from God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God made me special and loves me! 🌟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72900" y="0"/>
            <a:ext cx="5486400" cy="10287000"/>
            <a:chOff x="0" y="0"/>
            <a:chExt cx="73152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9" t="0" r="39" b="0"/>
            <a:stretch>
              <a:fillRect/>
            </a:stretch>
          </p:blipFill>
          <p:spPr>
            <a:xfrm flipH="false" flipV="false">
              <a:off x="0" y="0"/>
              <a:ext cx="731520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5574847" y="6403232"/>
            <a:ext cx="4104513" cy="4114800"/>
          </a:xfrm>
          <a:custGeom>
            <a:avLst/>
            <a:gdLst/>
            <a:ahLst/>
            <a:cxnLst/>
            <a:rect r="r" b="b" t="t" l="l"/>
            <a:pathLst>
              <a:path h="4114800" w="4104513">
                <a:moveTo>
                  <a:pt x="0" y="0"/>
                </a:moveTo>
                <a:lnTo>
                  <a:pt x="4104513" y="0"/>
                </a:lnTo>
                <a:lnTo>
                  <a:pt x="41045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23620">
            <a:off x="-477573" y="1114338"/>
            <a:ext cx="3188126" cy="3068572"/>
          </a:xfrm>
          <a:custGeom>
            <a:avLst/>
            <a:gdLst/>
            <a:ahLst/>
            <a:cxnLst/>
            <a:rect r="r" b="b" t="t" l="l"/>
            <a:pathLst>
              <a:path h="3068572" w="3188126">
                <a:moveTo>
                  <a:pt x="0" y="0"/>
                </a:moveTo>
                <a:lnTo>
                  <a:pt x="3188126" y="0"/>
                </a:lnTo>
                <a:lnTo>
                  <a:pt x="3188126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69488">
            <a:off x="-1111384" y="6058487"/>
            <a:ext cx="3784416" cy="3240406"/>
          </a:xfrm>
          <a:custGeom>
            <a:avLst/>
            <a:gdLst/>
            <a:ahLst/>
            <a:cxnLst/>
            <a:rect r="r" b="b" t="t" l="l"/>
            <a:pathLst>
              <a:path h="3240406" w="3784416">
                <a:moveTo>
                  <a:pt x="0" y="0"/>
                </a:moveTo>
                <a:lnTo>
                  <a:pt x="3784416" y="0"/>
                </a:lnTo>
                <a:lnTo>
                  <a:pt x="3784416" y="3240407"/>
                </a:lnTo>
                <a:lnTo>
                  <a:pt x="0" y="324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76997" y="1430311"/>
            <a:ext cx="3189528" cy="3069470"/>
          </a:xfrm>
          <a:custGeom>
            <a:avLst/>
            <a:gdLst/>
            <a:ahLst/>
            <a:cxnLst/>
            <a:rect r="r" b="b" t="t" l="l"/>
            <a:pathLst>
              <a:path h="3069470" w="3189528">
                <a:moveTo>
                  <a:pt x="0" y="0"/>
                </a:moveTo>
                <a:lnTo>
                  <a:pt x="3189528" y="0"/>
                </a:lnTo>
                <a:lnTo>
                  <a:pt x="3189528" y="3069470"/>
                </a:lnTo>
                <a:lnTo>
                  <a:pt x="0" y="30694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25354" y="1247775"/>
            <a:ext cx="7145417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00"/>
              </a:lnSpc>
            </a:pPr>
            <a:r>
              <a:rPr lang="en-US" b="true" sz="1200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Psalm 139:14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5354" y="7640478"/>
            <a:ext cx="564046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"I praise you because I am fearfully and wonderfully made!" — Psalm 139:14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06456" y="4742544"/>
            <a:ext cx="5487387" cy="5377639"/>
          </a:xfrm>
          <a:custGeom>
            <a:avLst/>
            <a:gdLst/>
            <a:ahLst/>
            <a:cxnLst/>
            <a:rect r="r" b="b" t="t" l="l"/>
            <a:pathLst>
              <a:path h="5377639" w="5487387">
                <a:moveTo>
                  <a:pt x="0" y="0"/>
                </a:moveTo>
                <a:lnTo>
                  <a:pt x="5487387" y="0"/>
                </a:lnTo>
                <a:lnTo>
                  <a:pt x="5487387" y="5377639"/>
                </a:lnTo>
                <a:lnTo>
                  <a:pt x="0" y="5377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413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Loves 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314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Knows 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38156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Made 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7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loves you just the way you are — always and forever!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knows your name, your smile, and everything about you!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7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carefully and lovingly made every part of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00150"/>
            <a:ext cx="8551873" cy="232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3"/>
              </a:lnSpc>
            </a:pPr>
            <a:r>
              <a:rPr lang="en-US" b="true" sz="8993" spc="179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God Made Me!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 Can Sing!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28087"/>
            <a:ext cx="4051842" cy="120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sing songs of praise, you share God's love with everyone around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 Can Draw!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28087"/>
            <a:ext cx="4051842" cy="120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create beautiful art, you show the world how wonderful God made it!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 Can Help!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28087"/>
            <a:ext cx="4051842" cy="120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help others, you share God's kindness and love with those around you!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928283"/>
            <a:ext cx="12303482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Talents Are Gifts from God!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" y="0"/>
            <a:ext cx="5247515" cy="4972021"/>
          </a:xfrm>
          <a:custGeom>
            <a:avLst/>
            <a:gdLst/>
            <a:ahLst/>
            <a:cxnLst/>
            <a:rect r="r" b="b" t="t" l="l"/>
            <a:pathLst>
              <a:path h="4972021" w="5247515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282" y="4972021"/>
            <a:ext cx="5268473" cy="5314979"/>
          </a:xfrm>
          <a:custGeom>
            <a:avLst/>
            <a:gdLst/>
            <a:ahLst/>
            <a:cxnLst/>
            <a:rect r="r" b="b" t="t" l="l"/>
            <a:pathLst>
              <a:path h="5314979" w="5268473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57300"/>
            <a:ext cx="11021814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Feelings Are a Gift!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10912"/>
            <a:ext cx="4540792" cy="78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feel happy, thank God for the joy He gave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10912"/>
            <a:ext cx="4540792" cy="118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Feeling excited is wonderful! God loves to see you full of energy!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49362"/>
            <a:ext cx="4540792" cy="78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feel sad, tell God. He always listens and cares for you.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49362"/>
            <a:ext cx="4540792" cy="78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is with you when you worry. You can talk to Him anytime!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Happy 😊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Excited 🌟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Sad 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Worried 😟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3088" y="0"/>
            <a:ext cx="5014912" cy="5143500"/>
          </a:xfrm>
          <a:custGeom>
            <a:avLst/>
            <a:gdLst/>
            <a:ahLst/>
            <a:cxnLst/>
            <a:rect r="r" b="b" t="t" l="l"/>
            <a:pathLst>
              <a:path h="5143500" w="5014912">
                <a:moveTo>
                  <a:pt x="0" y="0"/>
                </a:moveTo>
                <a:lnTo>
                  <a:pt x="5014912" y="0"/>
                </a:lnTo>
                <a:lnTo>
                  <a:pt x="501491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3088" y="5143500"/>
            <a:ext cx="5014912" cy="5143500"/>
          </a:xfrm>
          <a:custGeom>
            <a:avLst/>
            <a:gdLst/>
            <a:ahLst/>
            <a:cxnLst/>
            <a:rect r="r" b="b" t="t" l="l"/>
            <a:pathLst>
              <a:path h="5143500" w="5014912">
                <a:moveTo>
                  <a:pt x="0" y="0"/>
                </a:moveTo>
                <a:lnTo>
                  <a:pt x="5014912" y="0"/>
                </a:lnTo>
                <a:lnTo>
                  <a:pt x="501491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56056"/>
            <a:ext cx="5950492" cy="64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6"/>
              </a:lnSpc>
              <a:spcBef>
                <a:spcPct val="0"/>
              </a:spcBef>
            </a:pPr>
            <a:r>
              <a:rPr lang="en-US" sz="1918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There is no one else in the world exactly like you. God made you special on purpose, with love!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076825"/>
            <a:ext cx="5950492" cy="5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6"/>
              </a:lnSpc>
              <a:spcBef>
                <a:spcPct val="0"/>
              </a:spcBef>
            </a:pPr>
            <a:r>
              <a:rPr lang="en-US" sz="314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Made You Unique!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26781"/>
            <a:ext cx="5810792" cy="5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6"/>
              </a:lnSpc>
              <a:spcBef>
                <a:spcPct val="0"/>
              </a:spcBef>
            </a:pPr>
            <a:r>
              <a:rPr lang="en-US" sz="314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Use Your Gifts to Help Others!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306012"/>
            <a:ext cx="6013453" cy="64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86"/>
              </a:lnSpc>
              <a:spcBef>
                <a:spcPct val="0"/>
              </a:spcBef>
            </a:pPr>
            <a:r>
              <a:rPr lang="en-US" sz="1918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Your kindness, your smile, your talents — share them! When you help others, you share God's love.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38250"/>
            <a:ext cx="10569686" cy="278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8"/>
              </a:lnSpc>
            </a:pPr>
            <a:r>
              <a:rPr lang="en-US" b="true" sz="10798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 Are Special to God!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0" y="0"/>
            <a:ext cx="8001000" cy="10287000"/>
            <a:chOff x="0" y="0"/>
            <a:chExt cx="10668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42" t="0" r="142" b="0"/>
            <a:stretch>
              <a:fillRect/>
            </a:stretch>
          </p:blipFill>
          <p:spPr>
            <a:xfrm flipH="false" flipV="false">
              <a:off x="0" y="0"/>
              <a:ext cx="10668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115300" cy="7032088"/>
            <a:chOff x="0" y="0"/>
            <a:chExt cx="10820400" cy="9376117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128" r="0" b="128"/>
            <a:stretch>
              <a:fillRect/>
            </a:stretch>
          </p:blipFill>
          <p:spPr>
            <a:xfrm flipH="false" flipV="false">
              <a:off x="0" y="0"/>
              <a:ext cx="10820400" cy="9376117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-2161982" y="-860397"/>
            <a:ext cx="7248332" cy="3778193"/>
          </a:xfrm>
          <a:custGeom>
            <a:avLst/>
            <a:gdLst/>
            <a:ahLst/>
            <a:cxnLst/>
            <a:rect r="r" b="b" t="t" l="l"/>
            <a:pathLst>
              <a:path h="3778193" w="7248332">
                <a:moveTo>
                  <a:pt x="0" y="0"/>
                </a:moveTo>
                <a:lnTo>
                  <a:pt x="7248332" y="0"/>
                </a:lnTo>
                <a:lnTo>
                  <a:pt x="7248332" y="3778194"/>
                </a:lnTo>
                <a:lnTo>
                  <a:pt x="0" y="3778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59165" y="7498006"/>
            <a:ext cx="3569670" cy="3520587"/>
          </a:xfrm>
          <a:custGeom>
            <a:avLst/>
            <a:gdLst/>
            <a:ahLst/>
            <a:cxnLst/>
            <a:rect r="r" b="b" t="t" l="l"/>
            <a:pathLst>
              <a:path h="3520587" w="3569670">
                <a:moveTo>
                  <a:pt x="0" y="0"/>
                </a:moveTo>
                <a:lnTo>
                  <a:pt x="3569670" y="0"/>
                </a:lnTo>
                <a:lnTo>
                  <a:pt x="3569670" y="3520588"/>
                </a:lnTo>
                <a:lnTo>
                  <a:pt x="0" y="3520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93641" y="0"/>
            <a:ext cx="4396602" cy="3050143"/>
          </a:xfrm>
          <a:custGeom>
            <a:avLst/>
            <a:gdLst/>
            <a:ahLst/>
            <a:cxnLst/>
            <a:rect r="r" b="b" t="t" l="l"/>
            <a:pathLst>
              <a:path h="3050143" w="4396602">
                <a:moveTo>
                  <a:pt x="0" y="0"/>
                </a:moveTo>
                <a:lnTo>
                  <a:pt x="4396602" y="0"/>
                </a:lnTo>
                <a:lnTo>
                  <a:pt x="4396602" y="3050143"/>
                </a:lnTo>
                <a:lnTo>
                  <a:pt x="0" y="3050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869410"/>
            <a:ext cx="6070796" cy="3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31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yourself and two gifts God gave you!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911">
            <a:off x="-426662" y="6267180"/>
            <a:ext cx="2910723" cy="2874339"/>
          </a:xfrm>
          <a:custGeom>
            <a:avLst/>
            <a:gdLst/>
            <a:ahLst/>
            <a:cxnLst/>
            <a:rect r="r" b="b" t="t" l="l"/>
            <a:pathLst>
              <a:path h="2874339" w="2910723">
                <a:moveTo>
                  <a:pt x="0" y="0"/>
                </a:moveTo>
                <a:lnTo>
                  <a:pt x="2910724" y="0"/>
                </a:lnTo>
                <a:lnTo>
                  <a:pt x="2910724" y="2874339"/>
                </a:lnTo>
                <a:lnTo>
                  <a:pt x="0" y="2874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7369" y="3114889"/>
            <a:ext cx="14013263" cy="397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You, God, for making me.</a:t>
            </a:r>
          </a:p>
          <a:p>
            <a:pPr algn="ctr" marL="0" indent="0" lvl="0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 for my life, my feelings, and my talents.</a:t>
            </a:r>
          </a:p>
          <a:p>
            <a:pPr algn="ctr" marL="0" indent="0" lvl="0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Help me use my gifts to love others.</a:t>
            </a:r>
          </a:p>
          <a:p>
            <a:pPr algn="ctr" marL="0" indent="0" lvl="0">
              <a:lnSpc>
                <a:spcPts val="6323"/>
              </a:lnSpc>
              <a:spcBef>
                <a:spcPct val="0"/>
              </a:spcBef>
            </a:pPr>
            <a:r>
              <a:rPr lang="en-US" b="true" sz="451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Amen. 🙏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08611" y="-1653844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6" y="0"/>
                </a:lnTo>
                <a:lnTo>
                  <a:pt x="5142246" y="4666588"/>
                </a:lnTo>
                <a:lnTo>
                  <a:pt x="0" y="466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58914">
            <a:off x="16018416" y="2093434"/>
            <a:ext cx="3217375" cy="3068572"/>
          </a:xfrm>
          <a:custGeom>
            <a:avLst/>
            <a:gdLst/>
            <a:ahLst/>
            <a:cxnLst/>
            <a:rect r="r" b="b" t="t" l="l"/>
            <a:pathLst>
              <a:path h="3068572" w="3217375">
                <a:moveTo>
                  <a:pt x="0" y="0"/>
                </a:moveTo>
                <a:lnTo>
                  <a:pt x="3217375" y="0"/>
                </a:lnTo>
                <a:lnTo>
                  <a:pt x="3217375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1609">
            <a:off x="-1034392" y="581648"/>
            <a:ext cx="4126184" cy="3883770"/>
          </a:xfrm>
          <a:custGeom>
            <a:avLst/>
            <a:gdLst/>
            <a:ahLst/>
            <a:cxnLst/>
            <a:rect r="r" b="b" t="t" l="l"/>
            <a:pathLst>
              <a:path h="3883770" w="4126184">
                <a:moveTo>
                  <a:pt x="0" y="0"/>
                </a:moveTo>
                <a:lnTo>
                  <a:pt x="4126184" y="0"/>
                </a:lnTo>
                <a:lnTo>
                  <a:pt x="4126184" y="3883771"/>
                </a:lnTo>
                <a:lnTo>
                  <a:pt x="0" y="388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4516" y="6677786"/>
            <a:ext cx="3385175" cy="3380943"/>
          </a:xfrm>
          <a:custGeom>
            <a:avLst/>
            <a:gdLst/>
            <a:ahLst/>
            <a:cxnLst/>
            <a:rect r="r" b="b" t="t" l="l"/>
            <a:pathLst>
              <a:path h="3380943" w="3385175">
                <a:moveTo>
                  <a:pt x="0" y="0"/>
                </a:moveTo>
                <a:lnTo>
                  <a:pt x="3385175" y="0"/>
                </a:lnTo>
                <a:lnTo>
                  <a:pt x="3385175" y="3380943"/>
                </a:lnTo>
                <a:lnTo>
                  <a:pt x="0" y="3380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65806">
            <a:off x="5711572" y="-682381"/>
            <a:ext cx="2470060" cy="3509855"/>
          </a:xfrm>
          <a:custGeom>
            <a:avLst/>
            <a:gdLst/>
            <a:ahLst/>
            <a:cxnLst/>
            <a:rect r="r" b="b" t="t" l="l"/>
            <a:pathLst>
              <a:path h="3509855" w="2470060">
                <a:moveTo>
                  <a:pt x="0" y="0"/>
                </a:moveTo>
                <a:lnTo>
                  <a:pt x="2470060" y="0"/>
                </a:lnTo>
                <a:lnTo>
                  <a:pt x="2470060" y="3509855"/>
                </a:lnTo>
                <a:lnTo>
                  <a:pt x="0" y="3509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6531">
            <a:off x="3089646" y="7903765"/>
            <a:ext cx="5364497" cy="2709071"/>
          </a:xfrm>
          <a:custGeom>
            <a:avLst/>
            <a:gdLst/>
            <a:ahLst/>
            <a:cxnLst/>
            <a:rect r="r" b="b" t="t" l="l"/>
            <a:pathLst>
              <a:path h="2709071" w="5364497">
                <a:moveTo>
                  <a:pt x="0" y="0"/>
                </a:moveTo>
                <a:lnTo>
                  <a:pt x="5364497" y="0"/>
                </a:lnTo>
                <a:lnTo>
                  <a:pt x="5364497" y="2709070"/>
                </a:lnTo>
                <a:lnTo>
                  <a:pt x="0" y="2709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1245">
            <a:off x="9589384" y="8479755"/>
            <a:ext cx="5081769" cy="2623463"/>
          </a:xfrm>
          <a:custGeom>
            <a:avLst/>
            <a:gdLst/>
            <a:ahLst/>
            <a:cxnLst/>
            <a:rect r="r" b="b" t="t" l="l"/>
            <a:pathLst>
              <a:path h="2623463" w="5081769">
                <a:moveTo>
                  <a:pt x="0" y="0"/>
                </a:moveTo>
                <a:lnTo>
                  <a:pt x="5081770" y="0"/>
                </a:lnTo>
                <a:lnTo>
                  <a:pt x="5081770" y="2623464"/>
                </a:lnTo>
                <a:lnTo>
                  <a:pt x="0" y="26234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DAHUDV4Fz8Y</dc:identifier>
  <dcterms:modified xsi:type="dcterms:W3CDTF">2011-08-01T06:04:30Z</dcterms:modified>
  <cp:revision>1</cp:revision>
</cp:coreProperties>
</file>