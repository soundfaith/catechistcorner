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os Arabic" charset="1" panose="00000500000000000000"/>
      <p:regular r:id="rId14"/>
    </p:embeddedFont>
    <p:embeddedFont>
      <p:font typeface="Childling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7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2532" y="3633886"/>
            <a:ext cx="1418737" cy="14187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15096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Think about what you did wrong. God sees your heart and loves you always.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471805">
            <a:off x="5106156" y="3482795"/>
            <a:ext cx="1575279" cy="2349481"/>
          </a:xfrm>
          <a:custGeom>
            <a:avLst/>
            <a:gdLst/>
            <a:ahLst/>
            <a:cxnLst/>
            <a:rect r="r" b="b" t="t" l="l"/>
            <a:pathLst>
              <a:path h="2349481" w="1575279">
                <a:moveTo>
                  <a:pt x="0" y="0"/>
                </a:moveTo>
                <a:lnTo>
                  <a:pt x="1575278" y="0"/>
                </a:lnTo>
                <a:lnTo>
                  <a:pt x="1575278" y="2349481"/>
                </a:lnTo>
                <a:lnTo>
                  <a:pt x="0" y="23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4747" t="0" r="-218759" b="-751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54004" y="4119962"/>
            <a:ext cx="2080084" cy="1023538"/>
          </a:xfrm>
          <a:custGeom>
            <a:avLst/>
            <a:gdLst/>
            <a:ahLst/>
            <a:cxnLst/>
            <a:rect r="r" b="b" t="t" l="l"/>
            <a:pathLst>
              <a:path h="1023538" w="2080084">
                <a:moveTo>
                  <a:pt x="0" y="0"/>
                </a:moveTo>
                <a:lnTo>
                  <a:pt x="2080084" y="0"/>
                </a:lnTo>
                <a:lnTo>
                  <a:pt x="2080084" y="1023538"/>
                </a:lnTo>
                <a:lnTo>
                  <a:pt x="0" y="10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4621" r="-29693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64353" y="3633886"/>
            <a:ext cx="1418737" cy="14187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05002" y="3558281"/>
            <a:ext cx="1418737" cy="141873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747168" y="6952174"/>
            <a:ext cx="4571059" cy="3369691"/>
          </a:xfrm>
          <a:custGeom>
            <a:avLst/>
            <a:gdLst/>
            <a:ahLst/>
            <a:cxnLst/>
            <a:rect r="r" b="b" t="t" l="l"/>
            <a:pathLst>
              <a:path h="3369691" w="4571059">
                <a:moveTo>
                  <a:pt x="0" y="0"/>
                </a:moveTo>
                <a:lnTo>
                  <a:pt x="4571058" y="0"/>
                </a:lnTo>
                <a:lnTo>
                  <a:pt x="4571058" y="3369691"/>
                </a:lnTo>
                <a:lnTo>
                  <a:pt x="0" y="3369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5096" y="1246323"/>
            <a:ext cx="14657807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HOW TO SAY SORRY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661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5843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9083" y="3639449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1003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Tell God you are sorry in your heart. He is always ready to listen and forgive.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18094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Say "I'm sorry" and try your best to do better. You are loved no matter what!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952115">
            <a:off x="3517673" y="119915"/>
            <a:ext cx="1094523" cy="3774218"/>
          </a:xfrm>
          <a:custGeom>
            <a:avLst/>
            <a:gdLst/>
            <a:ahLst/>
            <a:cxnLst/>
            <a:rect r="r" b="b" t="t" l="l"/>
            <a:pathLst>
              <a:path h="3774218" w="1094523">
                <a:moveTo>
                  <a:pt x="0" y="0"/>
                </a:moveTo>
                <a:lnTo>
                  <a:pt x="1094523" y="0"/>
                </a:lnTo>
                <a:lnTo>
                  <a:pt x="1094523" y="3774218"/>
                </a:lnTo>
                <a:lnTo>
                  <a:pt x="0" y="3774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941876">
            <a:off x="13508285" y="249394"/>
            <a:ext cx="1101631" cy="3702961"/>
          </a:xfrm>
          <a:custGeom>
            <a:avLst/>
            <a:gdLst/>
            <a:ahLst/>
            <a:cxnLst/>
            <a:rect r="r" b="b" t="t" l="l"/>
            <a:pathLst>
              <a:path h="3702961" w="1101631">
                <a:moveTo>
                  <a:pt x="0" y="0"/>
                </a:moveTo>
                <a:lnTo>
                  <a:pt x="1101631" y="0"/>
                </a:lnTo>
                <a:lnTo>
                  <a:pt x="1101631" y="3702961"/>
                </a:lnTo>
                <a:lnTo>
                  <a:pt x="0" y="3702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536868">
            <a:off x="10288382" y="4053205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845113" y="381459"/>
            <a:ext cx="2484306" cy="3521567"/>
          </a:xfrm>
          <a:custGeom>
            <a:avLst/>
            <a:gdLst/>
            <a:ahLst/>
            <a:cxnLst/>
            <a:rect r="r" b="b" t="t" l="l"/>
            <a:pathLst>
              <a:path h="3521567" w="2484306">
                <a:moveTo>
                  <a:pt x="0" y="0"/>
                </a:moveTo>
                <a:lnTo>
                  <a:pt x="2484306" y="0"/>
                </a:lnTo>
                <a:lnTo>
                  <a:pt x="2484306" y="3521568"/>
                </a:lnTo>
                <a:lnTo>
                  <a:pt x="0" y="3521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4251" y="5981151"/>
            <a:ext cx="1218706" cy="3584430"/>
          </a:xfrm>
          <a:custGeom>
            <a:avLst/>
            <a:gdLst/>
            <a:ahLst/>
            <a:cxnLst/>
            <a:rect r="r" b="b" t="t" l="l"/>
            <a:pathLst>
              <a:path h="3584430" w="1218706">
                <a:moveTo>
                  <a:pt x="0" y="0"/>
                </a:moveTo>
                <a:lnTo>
                  <a:pt x="1218707" y="0"/>
                </a:lnTo>
                <a:lnTo>
                  <a:pt x="1218707" y="3584430"/>
                </a:lnTo>
                <a:lnTo>
                  <a:pt x="0" y="3584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70894"/>
            <a:ext cx="16277320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JESUS &amp; THE HOLY SPIRIT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34763"/>
            <a:ext cx="8421152" cy="434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John 20:22–23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breathed on His apostles and said: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"Receive the Holy Spirit. If you forgive anyone's sins, their sins are forgiven."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Jesus gave His apostles a very special gift — the power to forgive sins. This is how the Sacrament of Reconciliation began!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7544">
            <a:off x="486278" y="1631489"/>
            <a:ext cx="5517197" cy="4723827"/>
          </a:xfrm>
          <a:custGeom>
            <a:avLst/>
            <a:gdLst/>
            <a:ahLst/>
            <a:cxnLst/>
            <a:rect r="r" b="b" t="t" l="l"/>
            <a:pathLst>
              <a:path h="4723827" w="5517197">
                <a:moveTo>
                  <a:pt x="0" y="0"/>
                </a:moveTo>
                <a:lnTo>
                  <a:pt x="5517197" y="0"/>
                </a:lnTo>
                <a:lnTo>
                  <a:pt x="5517197" y="4723826"/>
                </a:lnTo>
                <a:lnTo>
                  <a:pt x="0" y="47238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61169">
            <a:off x="3113849" y="5798174"/>
            <a:ext cx="4334038" cy="4402183"/>
          </a:xfrm>
          <a:custGeom>
            <a:avLst/>
            <a:gdLst/>
            <a:ahLst/>
            <a:cxnLst/>
            <a:rect r="r" b="b" t="t" l="l"/>
            <a:pathLst>
              <a:path h="4402183" w="4334038">
                <a:moveTo>
                  <a:pt x="0" y="0"/>
                </a:moveTo>
                <a:lnTo>
                  <a:pt x="4334038" y="0"/>
                </a:lnTo>
                <a:lnTo>
                  <a:pt x="4334038" y="4402184"/>
                </a:lnTo>
                <a:lnTo>
                  <a:pt x="0" y="4402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47049" y="3274046"/>
            <a:ext cx="8269635" cy="591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717"/>
              </a:lnSpc>
            </a:pPr>
            <a:r>
              <a:rPr lang="en-US" sz="336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Reconciliation is a special, peaceful place where we meet Jesus's love. 💛</a:t>
            </a:r>
          </a:p>
          <a:p>
            <a:pPr algn="r" marL="0" indent="0" lvl="0">
              <a:lnSpc>
                <a:spcPts val="4717"/>
              </a:lnSpc>
            </a:pPr>
            <a:r>
              <a:rPr lang="en-US" sz="336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The priest listens to us and helps us talk to God. He has the power to forgive our sins — a gift from Jesus!</a:t>
            </a:r>
          </a:p>
          <a:p>
            <a:pPr algn="r" marL="0" indent="0" lvl="0">
              <a:lnSpc>
                <a:spcPts val="4717"/>
              </a:lnSpc>
            </a:pPr>
            <a:r>
              <a:rPr lang="en-US" sz="336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It is a safe place. There is nothing to be afraid of. God is always happy when we come back to Him.</a:t>
            </a:r>
          </a:p>
          <a:p>
            <a:pPr algn="r" marL="0" indent="0" lvl="0">
              <a:lnSpc>
                <a:spcPts val="4717"/>
              </a:lnSpc>
            </a:pPr>
            <a:r>
              <a:rPr lang="en-US" sz="336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"God loves you, and He is always ready to forgive."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85362" y="1179921"/>
            <a:ext cx="9231322" cy="127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283"/>
              </a:lnSpc>
              <a:spcBef>
                <a:spcPct val="0"/>
              </a:spcBef>
            </a:pPr>
            <a:r>
              <a:rPr lang="en-US" sz="8452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WHAT IS RECONCILIATION?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2532" y="3633886"/>
            <a:ext cx="1418737" cy="14187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15096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Think about what you did wrong. God sees your heart and loves you always.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6471805">
            <a:off x="5106156" y="3482795"/>
            <a:ext cx="1575279" cy="2349481"/>
          </a:xfrm>
          <a:custGeom>
            <a:avLst/>
            <a:gdLst/>
            <a:ahLst/>
            <a:cxnLst/>
            <a:rect r="r" b="b" t="t" l="l"/>
            <a:pathLst>
              <a:path h="2349481" w="1575279">
                <a:moveTo>
                  <a:pt x="0" y="0"/>
                </a:moveTo>
                <a:lnTo>
                  <a:pt x="1575278" y="0"/>
                </a:lnTo>
                <a:lnTo>
                  <a:pt x="1575278" y="2349481"/>
                </a:lnTo>
                <a:lnTo>
                  <a:pt x="0" y="23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4747" t="0" r="-218759" b="-7513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54004" y="4119962"/>
            <a:ext cx="2080084" cy="1023538"/>
          </a:xfrm>
          <a:custGeom>
            <a:avLst/>
            <a:gdLst/>
            <a:ahLst/>
            <a:cxnLst/>
            <a:rect r="r" b="b" t="t" l="l"/>
            <a:pathLst>
              <a:path h="1023538" w="2080084">
                <a:moveTo>
                  <a:pt x="0" y="0"/>
                </a:moveTo>
                <a:lnTo>
                  <a:pt x="2080084" y="0"/>
                </a:lnTo>
                <a:lnTo>
                  <a:pt x="2080084" y="1023538"/>
                </a:lnTo>
                <a:lnTo>
                  <a:pt x="0" y="10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64621" r="-29693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64353" y="3633886"/>
            <a:ext cx="1418737" cy="14187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05002" y="3558281"/>
            <a:ext cx="1418737" cy="141873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747168" y="6952174"/>
            <a:ext cx="4571059" cy="3369691"/>
          </a:xfrm>
          <a:custGeom>
            <a:avLst/>
            <a:gdLst/>
            <a:ahLst/>
            <a:cxnLst/>
            <a:rect r="r" b="b" t="t" l="l"/>
            <a:pathLst>
              <a:path h="3369691" w="4571059">
                <a:moveTo>
                  <a:pt x="0" y="0"/>
                </a:moveTo>
                <a:lnTo>
                  <a:pt x="4571058" y="0"/>
                </a:lnTo>
                <a:lnTo>
                  <a:pt x="4571058" y="3369691"/>
                </a:lnTo>
                <a:lnTo>
                  <a:pt x="0" y="3369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5096" y="1246323"/>
            <a:ext cx="14657807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HOW TO SAY SORRY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1661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58434" y="3715054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99083" y="3639449"/>
            <a:ext cx="830574" cy="15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9"/>
              </a:lnSpc>
            </a:pPr>
            <a:r>
              <a:rPr lang="en-US" sz="11534" spc="-934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1003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Tell God you are sorry in your heart. He is always ready to listen and forgive.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18094" y="5274436"/>
            <a:ext cx="4045436" cy="14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Say "I'm sorry" and try your best to do better. You are loved no matter what!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952115">
            <a:off x="4470826" y="102989"/>
            <a:ext cx="1094523" cy="3774218"/>
          </a:xfrm>
          <a:custGeom>
            <a:avLst/>
            <a:gdLst/>
            <a:ahLst/>
            <a:cxnLst/>
            <a:rect r="r" b="b" t="t" l="l"/>
            <a:pathLst>
              <a:path h="3774218" w="1094523">
                <a:moveTo>
                  <a:pt x="0" y="0"/>
                </a:moveTo>
                <a:lnTo>
                  <a:pt x="1094524" y="0"/>
                </a:lnTo>
                <a:lnTo>
                  <a:pt x="1094524" y="3774219"/>
                </a:lnTo>
                <a:lnTo>
                  <a:pt x="0" y="377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941876">
            <a:off x="12791242" y="249394"/>
            <a:ext cx="1101631" cy="3702961"/>
          </a:xfrm>
          <a:custGeom>
            <a:avLst/>
            <a:gdLst/>
            <a:ahLst/>
            <a:cxnLst/>
            <a:rect r="r" b="b" t="t" l="l"/>
            <a:pathLst>
              <a:path h="3702961" w="1101631">
                <a:moveTo>
                  <a:pt x="0" y="0"/>
                </a:moveTo>
                <a:lnTo>
                  <a:pt x="1101631" y="0"/>
                </a:lnTo>
                <a:lnTo>
                  <a:pt x="1101631" y="3702961"/>
                </a:lnTo>
                <a:lnTo>
                  <a:pt x="0" y="3702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-441113">
            <a:off x="1641380" y="1260402"/>
            <a:ext cx="6603101" cy="5246370"/>
            <a:chOff x="0" y="0"/>
            <a:chExt cx="3901440" cy="3099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0" y="190500"/>
              <a:ext cx="36576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6576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l="-168" t="0" r="-168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01440" cy="3099816"/>
            </a:xfrm>
            <a:custGeom>
              <a:avLst/>
              <a:gdLst/>
              <a:ahLst/>
              <a:cxnLst/>
              <a:rect r="r" b="b" t="t" l="l"/>
              <a:pathLst>
                <a:path h="3099816" w="3901440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0712" y="3550322"/>
            <a:ext cx="1240579" cy="12405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5617793"/>
            <a:ext cx="1240579" cy="12405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0712" y="7652049"/>
            <a:ext cx="1240579" cy="12405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857829">
            <a:off x="3469074" y="4961748"/>
            <a:ext cx="5932494" cy="4833578"/>
          </a:xfrm>
          <a:custGeom>
            <a:avLst/>
            <a:gdLst/>
            <a:ahLst/>
            <a:cxnLst/>
            <a:rect r="r" b="b" t="t" l="l"/>
            <a:pathLst>
              <a:path h="4833578" w="5932494">
                <a:moveTo>
                  <a:pt x="0" y="0"/>
                </a:moveTo>
                <a:lnTo>
                  <a:pt x="5932494" y="0"/>
                </a:lnTo>
                <a:lnTo>
                  <a:pt x="5932494" y="4833579"/>
                </a:lnTo>
                <a:lnTo>
                  <a:pt x="0" y="483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3617" y="545131"/>
            <a:ext cx="3237023" cy="3067740"/>
          </a:xfrm>
          <a:custGeom>
            <a:avLst/>
            <a:gdLst/>
            <a:ahLst/>
            <a:cxnLst/>
            <a:rect r="r" b="b" t="t" l="l"/>
            <a:pathLst>
              <a:path h="3067740" w="3237023">
                <a:moveTo>
                  <a:pt x="0" y="0"/>
                </a:moveTo>
                <a:lnTo>
                  <a:pt x="3237023" y="0"/>
                </a:lnTo>
                <a:lnTo>
                  <a:pt x="3237023" y="3067740"/>
                </a:lnTo>
                <a:lnTo>
                  <a:pt x="0" y="3067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45714" y="1087503"/>
            <a:ext cx="7680897" cy="135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884"/>
              </a:lnSpc>
              <a:spcBef>
                <a:spcPct val="0"/>
              </a:spcBef>
            </a:pPr>
            <a:r>
              <a:rPr lang="en-US" sz="9065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WHEN WE SAY SORRY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45714" y="3614940"/>
            <a:ext cx="830574" cy="10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4"/>
              </a:lnSpc>
            </a:pPr>
            <a:r>
              <a:rPr lang="en-US" sz="7697" spc="-6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9002" y="5628732"/>
            <a:ext cx="830574" cy="10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4"/>
              </a:lnSpc>
              <a:spcBef>
                <a:spcPct val="0"/>
              </a:spcBef>
            </a:pPr>
            <a:r>
              <a:rPr lang="en-US" sz="7697" spc="-623" strike="noStrike" u="none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5994" y="3556715"/>
            <a:ext cx="6703306" cy="149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When we hurt a friend's feelings — maybe by saying something unkind — we can say sorry and make things right again.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55994" y="5482018"/>
            <a:ext cx="6703306" cy="149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When we don't listen to our parents or teachers, we can say sorry and show them we love and respect them.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55994" y="7487361"/>
            <a:ext cx="6703306" cy="149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When we forget to be kind — like leaving someone out — we can say sorry and choose to be more caring next 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9002" y="7676108"/>
            <a:ext cx="830574" cy="100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74"/>
              </a:lnSpc>
              <a:spcBef>
                <a:spcPct val="0"/>
              </a:spcBef>
            </a:pPr>
            <a:r>
              <a:rPr lang="en-US" sz="7697" spc="-62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2091" y="3528458"/>
            <a:ext cx="8923818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Get your crayons and pencils ready! ✏️</a:t>
            </a:r>
          </a:p>
          <a:p>
            <a:pPr algn="ctr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Draw a picture of a church confessional. Show yourself talking to the priest. Don't forget to draw Jesus standing right there with you too!</a:t>
            </a:r>
          </a:p>
          <a:p>
            <a:pPr algn="ctr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Remember: The confessional is a safe and loving place. Jesus is always close to you there. ♥️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01493" y="1047750"/>
            <a:ext cx="13085015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DRAWING ACTIVITY!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06805" y="2649314"/>
            <a:ext cx="2121728" cy="6386130"/>
          </a:xfrm>
          <a:custGeom>
            <a:avLst/>
            <a:gdLst/>
            <a:ahLst/>
            <a:cxnLst/>
            <a:rect r="r" b="b" t="t" l="l"/>
            <a:pathLst>
              <a:path h="6386130" w="2121728">
                <a:moveTo>
                  <a:pt x="0" y="0"/>
                </a:moveTo>
                <a:lnTo>
                  <a:pt x="2121729" y="0"/>
                </a:lnTo>
                <a:lnTo>
                  <a:pt x="2121729" y="6386130"/>
                </a:lnTo>
                <a:lnTo>
                  <a:pt x="0" y="638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4735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35455" y="2649314"/>
            <a:ext cx="2121728" cy="6386130"/>
          </a:xfrm>
          <a:custGeom>
            <a:avLst/>
            <a:gdLst/>
            <a:ahLst/>
            <a:cxnLst/>
            <a:rect r="r" b="b" t="t" l="l"/>
            <a:pathLst>
              <a:path h="6386130" w="2121728">
                <a:moveTo>
                  <a:pt x="0" y="0"/>
                </a:moveTo>
                <a:lnTo>
                  <a:pt x="2121728" y="0"/>
                </a:lnTo>
                <a:lnTo>
                  <a:pt x="2121728" y="6386130"/>
                </a:lnTo>
                <a:lnTo>
                  <a:pt x="0" y="6386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7356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0841" y="2967264"/>
            <a:ext cx="7827505" cy="311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Dear Jesus,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Thank you for forgiving me.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Help me to be kind and loving.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Fill my heart with your peace.</a:t>
            </a:r>
          </a:p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Amen. 🙏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76580">
            <a:off x="9170676" y="159787"/>
            <a:ext cx="8003463" cy="13034211"/>
          </a:xfrm>
          <a:custGeom>
            <a:avLst/>
            <a:gdLst/>
            <a:ahLst/>
            <a:cxnLst/>
            <a:rect r="r" b="b" t="t" l="l"/>
            <a:pathLst>
              <a:path h="13034211" w="8003463">
                <a:moveTo>
                  <a:pt x="0" y="0"/>
                </a:moveTo>
                <a:lnTo>
                  <a:pt x="8003462" y="0"/>
                </a:lnTo>
                <a:lnTo>
                  <a:pt x="8003462" y="13034210"/>
                </a:lnTo>
                <a:lnTo>
                  <a:pt x="0" y="130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0841" y="1232827"/>
            <a:ext cx="11588162" cy="175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467"/>
              </a:lnSpc>
              <a:spcBef>
                <a:spcPct val="0"/>
              </a:spcBef>
            </a:pPr>
            <a:r>
              <a:rPr lang="en-US" sz="11701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A PRAYER FOR PEACE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DEB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8339" y="3782555"/>
            <a:ext cx="9231322" cy="404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04"/>
              </a:lnSpc>
              <a:spcBef>
                <a:spcPct val="0"/>
              </a:spcBef>
            </a:pPr>
            <a:r>
              <a:rPr lang="en-US" sz="1469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GOD LOVES</a:t>
            </a:r>
          </a:p>
          <a:p>
            <a:pPr algn="ctr" marL="0" indent="0" lvl="0">
              <a:lnSpc>
                <a:spcPts val="14404"/>
              </a:lnSpc>
              <a:spcBef>
                <a:spcPct val="0"/>
              </a:spcBef>
            </a:pPr>
            <a:r>
              <a:rPr lang="en-US" sz="14698" strike="noStrike" u="non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YOU ALWAYS!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64780">
            <a:off x="12095082" y="1671686"/>
            <a:ext cx="6113393" cy="7855261"/>
          </a:xfrm>
          <a:custGeom>
            <a:avLst/>
            <a:gdLst/>
            <a:ahLst/>
            <a:cxnLst/>
            <a:rect r="r" b="b" t="t" l="l"/>
            <a:pathLst>
              <a:path h="7855261" w="6113393">
                <a:moveTo>
                  <a:pt x="0" y="0"/>
                </a:moveTo>
                <a:lnTo>
                  <a:pt x="6113394" y="0"/>
                </a:lnTo>
                <a:lnTo>
                  <a:pt x="6113394" y="7855261"/>
                </a:lnTo>
                <a:lnTo>
                  <a:pt x="0" y="7855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1998" y="3932808"/>
            <a:ext cx="4062071" cy="3874200"/>
          </a:xfrm>
          <a:custGeom>
            <a:avLst/>
            <a:gdLst/>
            <a:ahLst/>
            <a:cxnLst/>
            <a:rect r="r" b="b" t="t" l="l"/>
            <a:pathLst>
              <a:path h="3874200" w="4062071">
                <a:moveTo>
                  <a:pt x="0" y="0"/>
                </a:moveTo>
                <a:lnTo>
                  <a:pt x="4062070" y="0"/>
                </a:lnTo>
                <a:lnTo>
                  <a:pt x="4062070" y="3874200"/>
                </a:lnTo>
                <a:lnTo>
                  <a:pt x="0" y="3874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80985" y="1110256"/>
            <a:ext cx="3199023" cy="2827137"/>
          </a:xfrm>
          <a:custGeom>
            <a:avLst/>
            <a:gdLst/>
            <a:ahLst/>
            <a:cxnLst/>
            <a:rect r="r" b="b" t="t" l="l"/>
            <a:pathLst>
              <a:path h="2827137" w="3199023">
                <a:moveTo>
                  <a:pt x="0" y="0"/>
                </a:moveTo>
                <a:lnTo>
                  <a:pt x="3199023" y="0"/>
                </a:lnTo>
                <a:lnTo>
                  <a:pt x="3199023" y="2827136"/>
                </a:lnTo>
                <a:lnTo>
                  <a:pt x="0" y="2827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DAHUE2J0biQ</dc:identifier>
  <dcterms:modified xsi:type="dcterms:W3CDTF">2011-08-01T06:04:30Z</dcterms:modified>
  <cp:revision>1</cp:revision>
</cp:coreProperties>
</file>