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 Bold" charset="1" panose="00000800000000000000"/>
      <p:regular r:id="rId14"/>
    </p:embeddedFont>
    <p:embeddedFont>
      <p:font typeface="Open Sauce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8.png" Type="http://schemas.openxmlformats.org/officeDocument/2006/relationships/image"/><Relationship Id="rId4" Target="../media/image19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71363" y="44049"/>
            <a:ext cx="5378468" cy="5163329"/>
          </a:xfrm>
          <a:custGeom>
            <a:avLst/>
            <a:gdLst/>
            <a:ahLst/>
            <a:cxnLst/>
            <a:rect r="r" b="b" t="t" l="l"/>
            <a:pathLst>
              <a:path h="5163329" w="5378468">
                <a:moveTo>
                  <a:pt x="0" y="0"/>
                </a:moveTo>
                <a:lnTo>
                  <a:pt x="5378468" y="0"/>
                </a:lnTo>
                <a:lnTo>
                  <a:pt x="5378468" y="5163330"/>
                </a:lnTo>
                <a:lnTo>
                  <a:pt x="0" y="5163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55359" y="5024826"/>
            <a:ext cx="5310098" cy="5157432"/>
          </a:xfrm>
          <a:custGeom>
            <a:avLst/>
            <a:gdLst/>
            <a:ahLst/>
            <a:cxnLst/>
            <a:rect r="r" b="b" t="t" l="l"/>
            <a:pathLst>
              <a:path h="5157432" w="5310098">
                <a:moveTo>
                  <a:pt x="0" y="0"/>
                </a:moveTo>
                <a:lnTo>
                  <a:pt x="5310098" y="0"/>
                </a:lnTo>
                <a:lnTo>
                  <a:pt x="5310098" y="5157433"/>
                </a:lnTo>
                <a:lnTo>
                  <a:pt x="0" y="515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742179"/>
            <a:ext cx="11762313" cy="448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53"/>
              </a:lnSpc>
            </a:pPr>
            <a:r>
              <a:rPr lang="en-US" b="true" sz="1331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Jesus, the Word Who Gives Life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410667"/>
            <a:ext cx="10720144" cy="57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4"/>
              </a:lnSpc>
              <a:spcBef>
                <a:spcPct val="0"/>
              </a:spcBef>
            </a:pPr>
            <a:r>
              <a:rPr lang="en-US" sz="334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Grade 3 Bible Lesson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4660" y="0"/>
            <a:ext cx="5897369" cy="10287000"/>
            <a:chOff x="0" y="0"/>
            <a:chExt cx="7863159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7" t="0" r="257" b="0"/>
            <a:stretch>
              <a:fillRect/>
            </a:stretch>
          </p:blipFill>
          <p:spPr>
            <a:xfrm flipH="false" flipV="false">
              <a:off x="0" y="0"/>
              <a:ext cx="7863159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-344930" y="-230074"/>
            <a:ext cx="6970901" cy="10969398"/>
            <a:chOff x="0" y="0"/>
            <a:chExt cx="2630007" cy="41385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30007" cy="4138574"/>
            </a:xfrm>
            <a:custGeom>
              <a:avLst/>
              <a:gdLst/>
              <a:ahLst/>
              <a:cxnLst/>
              <a:rect r="r" b="b" t="t" l="l"/>
              <a:pathLst>
                <a:path h="4138574" w="2630007">
                  <a:moveTo>
                    <a:pt x="0" y="0"/>
                  </a:moveTo>
                  <a:lnTo>
                    <a:pt x="2630007" y="0"/>
                  </a:lnTo>
                  <a:lnTo>
                    <a:pt x="2630007" y="4138574"/>
                  </a:lnTo>
                  <a:lnTo>
                    <a:pt x="0" y="4138574"/>
                  </a:lnTo>
                  <a:close/>
                </a:path>
              </a:pathLst>
            </a:custGeom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92537" y="4561127"/>
            <a:ext cx="6136573" cy="5745367"/>
          </a:xfrm>
          <a:custGeom>
            <a:avLst/>
            <a:gdLst/>
            <a:ahLst/>
            <a:cxnLst/>
            <a:rect r="r" b="b" t="t" l="l"/>
            <a:pathLst>
              <a:path h="5745367" w="6136573">
                <a:moveTo>
                  <a:pt x="0" y="0"/>
                </a:moveTo>
                <a:lnTo>
                  <a:pt x="6136573" y="0"/>
                </a:lnTo>
                <a:lnTo>
                  <a:pt x="6136573" y="5745366"/>
                </a:lnTo>
                <a:lnTo>
                  <a:pt x="0" y="5745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62958" y="7241345"/>
            <a:ext cx="449634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Jesus Is Our Light!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62958" y="4231445"/>
            <a:ext cx="449634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Jesus Is Life!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2958" y="1381565"/>
            <a:ext cx="449634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Our Key Verse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2958" y="8082475"/>
            <a:ext cx="4222753" cy="115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n-US" sz="2247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His light shines away darkness and sadness, and shows us the right path to follow.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2958" y="5072575"/>
            <a:ext cx="4222753" cy="115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n-US" sz="224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Jesus brings real life — not just breathing, but joy, love, and hope every single day!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2958" y="2222695"/>
            <a:ext cx="4222753" cy="115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n-US" sz="2247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"In Him was life, and that life was the light of all mankind." — John 1:4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190625"/>
            <a:ext cx="8551873" cy="227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58"/>
              </a:lnSpc>
            </a:pPr>
            <a:r>
              <a:rPr lang="en-US" b="true" sz="8758" spc="175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John 1:4 — The Light of Life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5076">
            <a:off x="2264539" y="-927258"/>
            <a:ext cx="6331853" cy="3213416"/>
          </a:xfrm>
          <a:custGeom>
            <a:avLst/>
            <a:gdLst/>
            <a:ahLst/>
            <a:cxnLst/>
            <a:rect r="r" b="b" t="t" l="l"/>
            <a:pathLst>
              <a:path h="3213416" w="6331853">
                <a:moveTo>
                  <a:pt x="0" y="0"/>
                </a:moveTo>
                <a:lnTo>
                  <a:pt x="6331854" y="0"/>
                </a:lnTo>
                <a:lnTo>
                  <a:pt x="6331854" y="3213416"/>
                </a:lnTo>
                <a:lnTo>
                  <a:pt x="0" y="321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34139" y="-515370"/>
            <a:ext cx="3915928" cy="3891453"/>
          </a:xfrm>
          <a:custGeom>
            <a:avLst/>
            <a:gdLst/>
            <a:ahLst/>
            <a:cxnLst/>
            <a:rect r="r" b="b" t="t" l="l"/>
            <a:pathLst>
              <a:path h="3891453" w="3915928">
                <a:moveTo>
                  <a:pt x="0" y="0"/>
                </a:moveTo>
                <a:lnTo>
                  <a:pt x="3915927" y="0"/>
                </a:lnTo>
                <a:lnTo>
                  <a:pt x="3915927" y="3891453"/>
                </a:lnTo>
                <a:lnTo>
                  <a:pt x="0" y="3891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36293" y="3536336"/>
            <a:ext cx="2971940" cy="3629851"/>
          </a:xfrm>
          <a:custGeom>
            <a:avLst/>
            <a:gdLst/>
            <a:ahLst/>
            <a:cxnLst/>
            <a:rect r="r" b="b" t="t" l="l"/>
            <a:pathLst>
              <a:path h="3629851" w="2971940">
                <a:moveTo>
                  <a:pt x="0" y="0"/>
                </a:moveTo>
                <a:lnTo>
                  <a:pt x="2971941" y="0"/>
                </a:lnTo>
                <a:lnTo>
                  <a:pt x="2971941" y="3629851"/>
                </a:lnTo>
                <a:lnTo>
                  <a:pt x="0" y="3629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59171" y="7876752"/>
            <a:ext cx="5142245" cy="4666588"/>
          </a:xfrm>
          <a:custGeom>
            <a:avLst/>
            <a:gdLst/>
            <a:ahLst/>
            <a:cxnLst/>
            <a:rect r="r" b="b" t="t" l="l"/>
            <a:pathLst>
              <a:path h="4666588" w="5142245">
                <a:moveTo>
                  <a:pt x="0" y="0"/>
                </a:moveTo>
                <a:lnTo>
                  <a:pt x="5142245" y="0"/>
                </a:lnTo>
                <a:lnTo>
                  <a:pt x="5142245" y="4666587"/>
                </a:lnTo>
                <a:lnTo>
                  <a:pt x="0" y="4666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89756">
            <a:off x="-1045942" y="2925625"/>
            <a:ext cx="3413677" cy="2568792"/>
          </a:xfrm>
          <a:custGeom>
            <a:avLst/>
            <a:gdLst/>
            <a:ahLst/>
            <a:cxnLst/>
            <a:rect r="r" b="b" t="t" l="l"/>
            <a:pathLst>
              <a:path h="2568792" w="3413677">
                <a:moveTo>
                  <a:pt x="0" y="0"/>
                </a:moveTo>
                <a:lnTo>
                  <a:pt x="3413677" y="0"/>
                </a:lnTo>
                <a:lnTo>
                  <a:pt x="3413677" y="2568792"/>
                </a:lnTo>
                <a:lnTo>
                  <a:pt x="0" y="2568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78330" y="8125253"/>
            <a:ext cx="3915928" cy="3778870"/>
          </a:xfrm>
          <a:custGeom>
            <a:avLst/>
            <a:gdLst/>
            <a:ahLst/>
            <a:cxnLst/>
            <a:rect r="r" b="b" t="t" l="l"/>
            <a:pathLst>
              <a:path h="3778870" w="3915928">
                <a:moveTo>
                  <a:pt x="0" y="0"/>
                </a:moveTo>
                <a:lnTo>
                  <a:pt x="3915927" y="0"/>
                </a:lnTo>
                <a:lnTo>
                  <a:pt x="3915927" y="3778870"/>
                </a:lnTo>
                <a:lnTo>
                  <a:pt x="0" y="3778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8578" y="6062133"/>
            <a:ext cx="4108992" cy="39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4"/>
              </a:lnSpc>
              <a:spcBef>
                <a:spcPct val="0"/>
              </a:spcBef>
            </a:pPr>
            <a:r>
              <a:rPr lang="en-US" sz="241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He Speaks God's Love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7153" y="7118562"/>
            <a:ext cx="4051842" cy="144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Jesus is God's Word to us. Through Him, God tells us: "I love you!" His words are kind, true, and full of care.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89504" y="6062133"/>
            <a:ext cx="4108992" cy="39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4"/>
              </a:lnSpc>
              <a:spcBef>
                <a:spcPct val="0"/>
              </a:spcBef>
            </a:pPr>
            <a:r>
              <a:rPr lang="en-US" sz="241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He Brings Light to Darkness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8079" y="7118562"/>
            <a:ext cx="4051842" cy="180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John 1:4 says Jesus is the light of all people. Like a lamp in a dark room, Jesus lights up our hearts and shows us the right path!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50429" y="6062133"/>
            <a:ext cx="4108992" cy="39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4"/>
              </a:lnSpc>
              <a:spcBef>
                <a:spcPct val="0"/>
              </a:spcBef>
            </a:pPr>
            <a:r>
              <a:rPr lang="en-US" sz="241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He Gives Us Hope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79004" y="7118562"/>
            <a:ext cx="4051842" cy="1442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we feel sad or scared, Jesus the Word gives us hope. He promises to always be with us and never leave us alone!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92259" y="1918758"/>
            <a:ext cx="12303482" cy="307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03"/>
              </a:lnSpc>
            </a:pPr>
            <a:r>
              <a:rPr lang="en-US" b="true" sz="11803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Jesus: The Word Who Gives Life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96476" y="227260"/>
            <a:ext cx="4771267" cy="4819461"/>
          </a:xfrm>
          <a:custGeom>
            <a:avLst/>
            <a:gdLst/>
            <a:ahLst/>
            <a:cxnLst/>
            <a:rect r="r" b="b" t="t" l="l"/>
            <a:pathLst>
              <a:path h="4819461" w="4771267">
                <a:moveTo>
                  <a:pt x="0" y="0"/>
                </a:moveTo>
                <a:lnTo>
                  <a:pt x="4771267" y="0"/>
                </a:lnTo>
                <a:lnTo>
                  <a:pt x="4771267" y="4819461"/>
                </a:lnTo>
                <a:lnTo>
                  <a:pt x="0" y="4819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49641" y="5280527"/>
            <a:ext cx="4840451" cy="4907935"/>
          </a:xfrm>
          <a:custGeom>
            <a:avLst/>
            <a:gdLst/>
            <a:ahLst/>
            <a:cxnLst/>
            <a:rect r="r" b="b" t="t" l="l"/>
            <a:pathLst>
              <a:path h="4907935" w="4840451">
                <a:moveTo>
                  <a:pt x="0" y="0"/>
                </a:moveTo>
                <a:lnTo>
                  <a:pt x="4840450" y="0"/>
                </a:lnTo>
                <a:lnTo>
                  <a:pt x="4840450" y="4907935"/>
                </a:lnTo>
                <a:lnTo>
                  <a:pt x="0" y="4907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3487" y="5956056"/>
            <a:ext cx="5950492" cy="61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Gather with family and friends to read stories about Jesus. Every story helps us know Him better!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3487" y="5095875"/>
            <a:ext cx="5950492" cy="446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6"/>
              </a:lnSpc>
              <a:spcBef>
                <a:spcPct val="0"/>
              </a:spcBef>
            </a:pPr>
            <a:r>
              <a:rPr lang="en-US" sz="266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Read Bible Stories Together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3487" y="7445831"/>
            <a:ext cx="5810792" cy="446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6"/>
              </a:lnSpc>
              <a:spcBef>
                <a:spcPct val="0"/>
              </a:spcBef>
            </a:pPr>
            <a:r>
              <a:rPr lang="en-US" sz="266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Hear Scripture at Church and 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3487" y="8306012"/>
            <a:ext cx="6013453" cy="9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Listen when the Bible is read at church or before bedtime. Jesus speaks to our hearts through His Word!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3487" y="1257300"/>
            <a:ext cx="10569686" cy="3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1"/>
              </a:lnSpc>
            </a:pPr>
            <a:r>
              <a:rPr lang="en-US" b="true" sz="1199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Listening to God's Word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6" y="0"/>
            <a:ext cx="5247515" cy="4972021"/>
          </a:xfrm>
          <a:custGeom>
            <a:avLst/>
            <a:gdLst/>
            <a:ahLst/>
            <a:cxnLst/>
            <a:rect r="r" b="b" t="t" l="l"/>
            <a:pathLst>
              <a:path h="4972021" w="5247515">
                <a:moveTo>
                  <a:pt x="0" y="0"/>
                </a:moveTo>
                <a:lnTo>
                  <a:pt x="5247516" y="0"/>
                </a:lnTo>
                <a:lnTo>
                  <a:pt x="5247516" y="4972021"/>
                </a:lnTo>
                <a:lnTo>
                  <a:pt x="0" y="4972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282" y="4972021"/>
            <a:ext cx="5268473" cy="5314979"/>
          </a:xfrm>
          <a:custGeom>
            <a:avLst/>
            <a:gdLst/>
            <a:ahLst/>
            <a:cxnLst/>
            <a:rect r="r" b="b" t="t" l="l"/>
            <a:pathLst>
              <a:path h="5314979" w="5268473">
                <a:moveTo>
                  <a:pt x="0" y="0"/>
                </a:moveTo>
                <a:lnTo>
                  <a:pt x="5268474" y="0"/>
                </a:lnTo>
                <a:lnTo>
                  <a:pt x="5268474" y="5314979"/>
                </a:lnTo>
                <a:lnTo>
                  <a:pt x="0" y="5314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05290" y="1257300"/>
            <a:ext cx="11021814" cy="3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1"/>
              </a:lnSpc>
            </a:pPr>
            <a:r>
              <a:rPr lang="en-US" b="true" sz="1199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Bible Verse Activity!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05290" y="5510912"/>
            <a:ext cx="4540792" cy="96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4"/>
              </a:lnSpc>
              <a:spcBef>
                <a:spcPct val="0"/>
              </a:spcBef>
            </a:pPr>
            <a:r>
              <a:rPr lang="en-US" sz="1874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Read John 1:4 together: "In him was life, and that life was the light of all mankind."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82190" y="5510912"/>
            <a:ext cx="4540792" cy="63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4"/>
              </a:lnSpc>
              <a:spcBef>
                <a:spcPct val="0"/>
              </a:spcBef>
            </a:pPr>
            <a:r>
              <a:rPr lang="en-US" sz="1874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Draw a picture of what "light" means to you. How does Jesus light up your life?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05290" y="8349362"/>
            <a:ext cx="4540792" cy="63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4"/>
              </a:lnSpc>
              <a:spcBef>
                <a:spcPct val="0"/>
              </a:spcBef>
            </a:pPr>
            <a:r>
              <a:rPr lang="en-US" sz="1874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Show your drawing to a partner and tell them what Jesus' light means to you!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82190" y="8349362"/>
            <a:ext cx="4540792" cy="63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4"/>
              </a:lnSpc>
              <a:spcBef>
                <a:spcPct val="0"/>
              </a:spcBef>
            </a:pPr>
            <a:r>
              <a:rPr lang="en-US" sz="1874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Say John 1:4 out loud three times with your class. You can do it!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5290" y="479780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Read It Aloud!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2190" y="479780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Draw It Out!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5290" y="763625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Share with a Friend!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2190" y="763625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Memorize Together!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830" y="134761"/>
            <a:ext cx="4926824" cy="4920666"/>
          </a:xfrm>
          <a:custGeom>
            <a:avLst/>
            <a:gdLst/>
            <a:ahLst/>
            <a:cxnLst/>
            <a:rect r="r" b="b" t="t" l="l"/>
            <a:pathLst>
              <a:path h="4920666" w="4926824">
                <a:moveTo>
                  <a:pt x="0" y="0"/>
                </a:moveTo>
                <a:lnTo>
                  <a:pt x="4926824" y="0"/>
                </a:lnTo>
                <a:lnTo>
                  <a:pt x="4926824" y="4920666"/>
                </a:lnTo>
                <a:lnTo>
                  <a:pt x="0" y="4920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0105" y="5351946"/>
            <a:ext cx="4768937" cy="4762976"/>
          </a:xfrm>
          <a:custGeom>
            <a:avLst/>
            <a:gdLst/>
            <a:ahLst/>
            <a:cxnLst/>
            <a:rect r="r" b="b" t="t" l="l"/>
            <a:pathLst>
              <a:path h="4762976" w="4768937">
                <a:moveTo>
                  <a:pt x="0" y="0"/>
                </a:moveTo>
                <a:lnTo>
                  <a:pt x="4768938" y="0"/>
                </a:lnTo>
                <a:lnTo>
                  <a:pt x="4768938" y="4762976"/>
                </a:lnTo>
                <a:lnTo>
                  <a:pt x="0" y="4762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0" y="4534376"/>
            <a:ext cx="6871242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He guides us when we're confused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7174442"/>
            <a:ext cx="6871242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He comforts us when we're sad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5656421"/>
            <a:ext cx="6871242" cy="81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3"/>
              </a:lnSpc>
            </a:pPr>
            <a:r>
              <a:rPr lang="en-US" sz="2402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we don't know what to do, Jesus is like a bright light showing us the right path to take!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8296487"/>
            <a:ext cx="6871242" cy="81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3"/>
              </a:lnSpc>
            </a:pPr>
            <a:r>
              <a:rPr lang="en-US" sz="2402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Jesus loves us so much! He is always with us, filling our hearts with hope and joy every day.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55818" y="1123950"/>
            <a:ext cx="12303482" cy="3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991"/>
              </a:lnSpc>
            </a:pPr>
            <a:r>
              <a:rPr lang="en-US" b="true" sz="1199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Jesus Brings Light and Hope!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72900" y="0"/>
            <a:ext cx="5486400" cy="10287000"/>
            <a:chOff x="0" y="0"/>
            <a:chExt cx="73152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9607" t="0" r="39607" b="0"/>
            <a:stretch>
              <a:fillRect/>
            </a:stretch>
          </p:blipFill>
          <p:spPr>
            <a:xfrm flipH="false" flipV="false">
              <a:off x="0" y="0"/>
              <a:ext cx="7315200" cy="13716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5574847" y="6403232"/>
            <a:ext cx="4104513" cy="4114800"/>
          </a:xfrm>
          <a:custGeom>
            <a:avLst/>
            <a:gdLst/>
            <a:ahLst/>
            <a:cxnLst/>
            <a:rect r="r" b="b" t="t" l="l"/>
            <a:pathLst>
              <a:path h="4114800" w="4104513">
                <a:moveTo>
                  <a:pt x="0" y="0"/>
                </a:moveTo>
                <a:lnTo>
                  <a:pt x="4104513" y="0"/>
                </a:lnTo>
                <a:lnTo>
                  <a:pt x="41045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23620">
            <a:off x="-544117" y="788546"/>
            <a:ext cx="3217375" cy="3068572"/>
          </a:xfrm>
          <a:custGeom>
            <a:avLst/>
            <a:gdLst/>
            <a:ahLst/>
            <a:cxnLst/>
            <a:rect r="r" b="b" t="t" l="l"/>
            <a:pathLst>
              <a:path h="3068572" w="3217375">
                <a:moveTo>
                  <a:pt x="0" y="0"/>
                </a:moveTo>
                <a:lnTo>
                  <a:pt x="3217376" y="0"/>
                </a:lnTo>
                <a:lnTo>
                  <a:pt x="3217376" y="3068571"/>
                </a:lnTo>
                <a:lnTo>
                  <a:pt x="0" y="3068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69488">
            <a:off x="-907911" y="5887904"/>
            <a:ext cx="3543898" cy="3083191"/>
          </a:xfrm>
          <a:custGeom>
            <a:avLst/>
            <a:gdLst/>
            <a:ahLst/>
            <a:cxnLst/>
            <a:rect r="r" b="b" t="t" l="l"/>
            <a:pathLst>
              <a:path h="3083191" w="3543898">
                <a:moveTo>
                  <a:pt x="0" y="0"/>
                </a:moveTo>
                <a:lnTo>
                  <a:pt x="3543898" y="0"/>
                </a:lnTo>
                <a:lnTo>
                  <a:pt x="3543898" y="3083192"/>
                </a:lnTo>
                <a:lnTo>
                  <a:pt x="0" y="3083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83049" y="1558331"/>
            <a:ext cx="2525577" cy="3061306"/>
          </a:xfrm>
          <a:custGeom>
            <a:avLst/>
            <a:gdLst/>
            <a:ahLst/>
            <a:cxnLst/>
            <a:rect r="r" b="b" t="t" l="l"/>
            <a:pathLst>
              <a:path h="3061306" w="2525577">
                <a:moveTo>
                  <a:pt x="0" y="0"/>
                </a:moveTo>
                <a:lnTo>
                  <a:pt x="2525577" y="0"/>
                </a:lnTo>
                <a:lnTo>
                  <a:pt x="2525577" y="3061306"/>
                </a:lnTo>
                <a:lnTo>
                  <a:pt x="0" y="306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25354" y="1257300"/>
            <a:ext cx="7145417" cy="461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25"/>
              </a:lnSpc>
            </a:pPr>
            <a:r>
              <a:rPr lang="en-US" b="true" sz="11925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Let's Pray Together!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25354" y="7669053"/>
            <a:ext cx="5640467" cy="131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8"/>
              </a:lnSpc>
              <a:spcBef>
                <a:spcPct val="0"/>
              </a:spcBef>
            </a:pPr>
            <a:r>
              <a:rPr lang="en-US" sz="2548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"Dear Jesus, thank You for being our light. Help us listen to Your Word and follow You every day. Amen."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09911">
            <a:off x="-426662" y="6267180"/>
            <a:ext cx="2910723" cy="2874339"/>
          </a:xfrm>
          <a:custGeom>
            <a:avLst/>
            <a:gdLst/>
            <a:ahLst/>
            <a:cxnLst/>
            <a:rect r="r" b="b" t="t" l="l"/>
            <a:pathLst>
              <a:path h="2874339" w="2910723">
                <a:moveTo>
                  <a:pt x="0" y="0"/>
                </a:moveTo>
                <a:lnTo>
                  <a:pt x="2910724" y="0"/>
                </a:lnTo>
                <a:lnTo>
                  <a:pt x="2910724" y="2874339"/>
                </a:lnTo>
                <a:lnTo>
                  <a:pt x="0" y="2874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37369" y="2978027"/>
            <a:ext cx="14013263" cy="410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436"/>
              </a:lnSpc>
              <a:spcBef>
                <a:spcPct val="0"/>
              </a:spcBef>
            </a:pPr>
            <a:r>
              <a:rPr lang="en-US" b="true" sz="11740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Jesus Loves You and Gives You Life!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08611" y="-1653844"/>
            <a:ext cx="5142245" cy="4666588"/>
          </a:xfrm>
          <a:custGeom>
            <a:avLst/>
            <a:gdLst/>
            <a:ahLst/>
            <a:cxnLst/>
            <a:rect r="r" b="b" t="t" l="l"/>
            <a:pathLst>
              <a:path h="4666588" w="5142245">
                <a:moveTo>
                  <a:pt x="0" y="0"/>
                </a:moveTo>
                <a:lnTo>
                  <a:pt x="5142246" y="0"/>
                </a:lnTo>
                <a:lnTo>
                  <a:pt x="5142246" y="4666588"/>
                </a:lnTo>
                <a:lnTo>
                  <a:pt x="0" y="466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158914">
            <a:off x="16018416" y="2093434"/>
            <a:ext cx="3217375" cy="3068572"/>
          </a:xfrm>
          <a:custGeom>
            <a:avLst/>
            <a:gdLst/>
            <a:ahLst/>
            <a:cxnLst/>
            <a:rect r="r" b="b" t="t" l="l"/>
            <a:pathLst>
              <a:path h="3068572" w="3217375">
                <a:moveTo>
                  <a:pt x="0" y="0"/>
                </a:moveTo>
                <a:lnTo>
                  <a:pt x="3217375" y="0"/>
                </a:lnTo>
                <a:lnTo>
                  <a:pt x="3217375" y="3068571"/>
                </a:lnTo>
                <a:lnTo>
                  <a:pt x="0" y="3068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61609">
            <a:off x="-1034392" y="581648"/>
            <a:ext cx="4126184" cy="3883770"/>
          </a:xfrm>
          <a:custGeom>
            <a:avLst/>
            <a:gdLst/>
            <a:ahLst/>
            <a:cxnLst/>
            <a:rect r="r" b="b" t="t" l="l"/>
            <a:pathLst>
              <a:path h="3883770" w="4126184">
                <a:moveTo>
                  <a:pt x="0" y="0"/>
                </a:moveTo>
                <a:lnTo>
                  <a:pt x="4126184" y="0"/>
                </a:lnTo>
                <a:lnTo>
                  <a:pt x="4126184" y="3883771"/>
                </a:lnTo>
                <a:lnTo>
                  <a:pt x="0" y="38837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34516" y="6677786"/>
            <a:ext cx="3385175" cy="3380943"/>
          </a:xfrm>
          <a:custGeom>
            <a:avLst/>
            <a:gdLst/>
            <a:ahLst/>
            <a:cxnLst/>
            <a:rect r="r" b="b" t="t" l="l"/>
            <a:pathLst>
              <a:path h="3380943" w="3385175">
                <a:moveTo>
                  <a:pt x="0" y="0"/>
                </a:moveTo>
                <a:lnTo>
                  <a:pt x="3385175" y="0"/>
                </a:lnTo>
                <a:lnTo>
                  <a:pt x="3385175" y="3380943"/>
                </a:lnTo>
                <a:lnTo>
                  <a:pt x="0" y="3380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365806">
            <a:off x="5711572" y="-682381"/>
            <a:ext cx="2470060" cy="3509855"/>
          </a:xfrm>
          <a:custGeom>
            <a:avLst/>
            <a:gdLst/>
            <a:ahLst/>
            <a:cxnLst/>
            <a:rect r="r" b="b" t="t" l="l"/>
            <a:pathLst>
              <a:path h="3509855" w="2470060">
                <a:moveTo>
                  <a:pt x="0" y="0"/>
                </a:moveTo>
                <a:lnTo>
                  <a:pt x="2470060" y="0"/>
                </a:lnTo>
                <a:lnTo>
                  <a:pt x="2470060" y="3509855"/>
                </a:lnTo>
                <a:lnTo>
                  <a:pt x="0" y="35098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296531">
            <a:off x="3089646" y="7903765"/>
            <a:ext cx="5364497" cy="2709071"/>
          </a:xfrm>
          <a:custGeom>
            <a:avLst/>
            <a:gdLst/>
            <a:ahLst/>
            <a:cxnLst/>
            <a:rect r="r" b="b" t="t" l="l"/>
            <a:pathLst>
              <a:path h="2709071" w="5364497">
                <a:moveTo>
                  <a:pt x="0" y="0"/>
                </a:moveTo>
                <a:lnTo>
                  <a:pt x="5364497" y="0"/>
                </a:lnTo>
                <a:lnTo>
                  <a:pt x="5364497" y="2709070"/>
                </a:lnTo>
                <a:lnTo>
                  <a:pt x="0" y="27090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71245">
            <a:off x="9589384" y="8479755"/>
            <a:ext cx="5081769" cy="2623463"/>
          </a:xfrm>
          <a:custGeom>
            <a:avLst/>
            <a:gdLst/>
            <a:ahLst/>
            <a:cxnLst/>
            <a:rect r="r" b="b" t="t" l="l"/>
            <a:pathLst>
              <a:path h="2623463" w="5081769">
                <a:moveTo>
                  <a:pt x="0" y="0"/>
                </a:moveTo>
                <a:lnTo>
                  <a:pt x="5081770" y="0"/>
                </a:lnTo>
                <a:lnTo>
                  <a:pt x="5081770" y="2623464"/>
                </a:lnTo>
                <a:lnTo>
                  <a:pt x="0" y="26234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DAHUFF-3Eyo</dc:identifier>
  <dcterms:modified xsi:type="dcterms:W3CDTF">2011-08-01T06:04:30Z</dcterms:modified>
  <cp:revision>1</cp:revision>
</cp:coreProperties>
</file>