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Lst>
  <p:sldSz cx="18288000" cy="10287000"/>
  <p:notesSz cx="6858000" cy="9144000"/>
  <p:embeddedFontLst>
    <p:embeddedFont>
      <p:font typeface="TT Masters" charset="1" panose="02000503050000020003"/>
      <p:regular r:id="rId14"/>
    </p:embeddedFont>
    <p:embeddedFont>
      <p:font typeface="Playpen Sans"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png" Type="http://schemas.openxmlformats.org/officeDocument/2006/relationships/image"/><Relationship Id="rId12" Target="../media/image11.png" Type="http://schemas.openxmlformats.org/officeDocument/2006/relationships/image"/><Relationship Id="rId13" Target="../media/image12.png" Type="http://schemas.openxmlformats.org/officeDocument/2006/relationships/image"/><Relationship Id="rId14"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4.png" Type="http://schemas.openxmlformats.org/officeDocument/2006/relationships/image"/><Relationship Id="rId7" Target="../media/image15.png" Type="http://schemas.openxmlformats.org/officeDocument/2006/relationships/image"/><Relationship Id="rId8" Target="../media/image16.png" Type="http://schemas.openxmlformats.org/officeDocument/2006/relationships/image"/><Relationship Id="rId9" Target="../media/image17.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png" Type="http://schemas.openxmlformats.org/officeDocument/2006/relationships/image"/><Relationship Id="rId12" Target="../media/image24.png" Type="http://schemas.openxmlformats.org/officeDocument/2006/relationships/image"/><Relationship Id="rId13" Target="../media/image25.png" Type="http://schemas.openxmlformats.org/officeDocument/2006/relationships/image"/><Relationship Id="rId14" Target="../media/image26.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 Id="rId8" Target="../media/image15.png" Type="http://schemas.openxmlformats.org/officeDocument/2006/relationships/image"/><Relationship Id="rId9" Target="../media/image2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47270">
            <a:off x="502794" y="7246228"/>
            <a:ext cx="3945849" cy="3293064"/>
          </a:xfrm>
          <a:custGeom>
            <a:avLst/>
            <a:gdLst/>
            <a:ahLst/>
            <a:cxnLst/>
            <a:rect r="r" b="b" t="t" l="l"/>
            <a:pathLst>
              <a:path h="3293064" w="3945849">
                <a:moveTo>
                  <a:pt x="0" y="0"/>
                </a:moveTo>
                <a:lnTo>
                  <a:pt x="3945849" y="0"/>
                </a:lnTo>
                <a:lnTo>
                  <a:pt x="3945849" y="3293065"/>
                </a:lnTo>
                <a:lnTo>
                  <a:pt x="0" y="3293065"/>
                </a:lnTo>
                <a:lnTo>
                  <a:pt x="0" y="0"/>
                </a:lnTo>
                <a:close/>
              </a:path>
            </a:pathLst>
          </a:custGeom>
          <a:blipFill>
            <a:blip r:embed="rId6"/>
            <a:stretch>
              <a:fillRect l="0" t="0" r="0" b="0"/>
            </a:stretch>
          </a:blipFill>
        </p:spPr>
      </p:sp>
      <p:sp>
        <p:nvSpPr>
          <p:cNvPr name="Freeform 5" id="5"/>
          <p:cNvSpPr/>
          <p:nvPr/>
        </p:nvSpPr>
        <p:spPr>
          <a:xfrm flipH="false" flipV="false" rot="-584999">
            <a:off x="14348598" y="1132847"/>
            <a:ext cx="4072208" cy="3919500"/>
          </a:xfrm>
          <a:custGeom>
            <a:avLst/>
            <a:gdLst/>
            <a:ahLst/>
            <a:cxnLst/>
            <a:rect r="r" b="b" t="t" l="l"/>
            <a:pathLst>
              <a:path h="3919500" w="4072208">
                <a:moveTo>
                  <a:pt x="0" y="0"/>
                </a:moveTo>
                <a:lnTo>
                  <a:pt x="4072208" y="0"/>
                </a:lnTo>
                <a:lnTo>
                  <a:pt x="4072208" y="3919500"/>
                </a:lnTo>
                <a:lnTo>
                  <a:pt x="0" y="3919500"/>
                </a:lnTo>
                <a:lnTo>
                  <a:pt x="0" y="0"/>
                </a:lnTo>
                <a:close/>
              </a:path>
            </a:pathLst>
          </a:custGeom>
          <a:blipFill>
            <a:blip r:embed="rId7"/>
            <a:stretch>
              <a:fillRect l="0" t="0" r="0" b="0"/>
            </a:stretch>
          </a:blipFill>
        </p:spPr>
      </p:sp>
      <p:sp>
        <p:nvSpPr>
          <p:cNvPr name="Freeform 6" id="6"/>
          <p:cNvSpPr/>
          <p:nvPr/>
        </p:nvSpPr>
        <p:spPr>
          <a:xfrm flipH="false" flipV="false" rot="229484">
            <a:off x="14762198" y="7184335"/>
            <a:ext cx="3205968" cy="2765147"/>
          </a:xfrm>
          <a:custGeom>
            <a:avLst/>
            <a:gdLst/>
            <a:ahLst/>
            <a:cxnLst/>
            <a:rect r="r" b="b" t="t" l="l"/>
            <a:pathLst>
              <a:path h="2765147" w="3205968">
                <a:moveTo>
                  <a:pt x="0" y="0"/>
                </a:moveTo>
                <a:lnTo>
                  <a:pt x="3205968" y="0"/>
                </a:lnTo>
                <a:lnTo>
                  <a:pt x="3205968" y="2765147"/>
                </a:lnTo>
                <a:lnTo>
                  <a:pt x="0" y="2765147"/>
                </a:lnTo>
                <a:lnTo>
                  <a:pt x="0" y="0"/>
                </a:lnTo>
                <a:close/>
              </a:path>
            </a:pathLst>
          </a:custGeom>
          <a:blipFill>
            <a:blip r:embed="rId8"/>
            <a:stretch>
              <a:fillRect l="0" t="0" r="0" b="0"/>
            </a:stretch>
          </a:blipFill>
        </p:spPr>
      </p:sp>
      <p:sp>
        <p:nvSpPr>
          <p:cNvPr name="Freeform 7" id="7"/>
          <p:cNvSpPr/>
          <p:nvPr/>
        </p:nvSpPr>
        <p:spPr>
          <a:xfrm flipH="false" flipV="false" rot="3231549">
            <a:off x="794403" y="371199"/>
            <a:ext cx="2423945" cy="2356833"/>
          </a:xfrm>
          <a:custGeom>
            <a:avLst/>
            <a:gdLst/>
            <a:ahLst/>
            <a:cxnLst/>
            <a:rect r="r" b="b" t="t" l="l"/>
            <a:pathLst>
              <a:path h="2356833" w="2423945">
                <a:moveTo>
                  <a:pt x="0" y="0"/>
                </a:moveTo>
                <a:lnTo>
                  <a:pt x="2423945" y="0"/>
                </a:lnTo>
                <a:lnTo>
                  <a:pt x="2423945" y="2356833"/>
                </a:lnTo>
                <a:lnTo>
                  <a:pt x="0" y="2356833"/>
                </a:lnTo>
                <a:lnTo>
                  <a:pt x="0" y="0"/>
                </a:lnTo>
                <a:close/>
              </a:path>
            </a:pathLst>
          </a:custGeom>
          <a:blipFill>
            <a:blip r:embed="rId9"/>
            <a:stretch>
              <a:fillRect l="0" t="0" r="0" b="0"/>
            </a:stretch>
          </a:blipFill>
        </p:spPr>
      </p:sp>
      <p:sp>
        <p:nvSpPr>
          <p:cNvPr name="Freeform 8" id="8"/>
          <p:cNvSpPr/>
          <p:nvPr/>
        </p:nvSpPr>
        <p:spPr>
          <a:xfrm flipH="false" flipV="false" rot="1292094">
            <a:off x="190262" y="3875006"/>
            <a:ext cx="1799596" cy="1984652"/>
          </a:xfrm>
          <a:custGeom>
            <a:avLst/>
            <a:gdLst/>
            <a:ahLst/>
            <a:cxnLst/>
            <a:rect r="r" b="b" t="t" l="l"/>
            <a:pathLst>
              <a:path h="1984652" w="1799596">
                <a:moveTo>
                  <a:pt x="0" y="0"/>
                </a:moveTo>
                <a:lnTo>
                  <a:pt x="1799596" y="0"/>
                </a:lnTo>
                <a:lnTo>
                  <a:pt x="1799596" y="1984652"/>
                </a:lnTo>
                <a:lnTo>
                  <a:pt x="0" y="1984652"/>
                </a:lnTo>
                <a:lnTo>
                  <a:pt x="0" y="0"/>
                </a:lnTo>
                <a:close/>
              </a:path>
            </a:pathLst>
          </a:custGeom>
          <a:blipFill>
            <a:blip r:embed="rId10"/>
            <a:stretch>
              <a:fillRect l="0" t="0" r="0" b="0"/>
            </a:stretch>
          </a:blipFill>
        </p:spPr>
      </p:sp>
      <p:sp>
        <p:nvSpPr>
          <p:cNvPr name="Freeform 9" id="9"/>
          <p:cNvSpPr/>
          <p:nvPr/>
        </p:nvSpPr>
        <p:spPr>
          <a:xfrm flipH="false" flipV="false" rot="892191">
            <a:off x="7415269" y="406672"/>
            <a:ext cx="2982446" cy="2039248"/>
          </a:xfrm>
          <a:custGeom>
            <a:avLst/>
            <a:gdLst/>
            <a:ahLst/>
            <a:cxnLst/>
            <a:rect r="r" b="b" t="t" l="l"/>
            <a:pathLst>
              <a:path h="2039248" w="2982446">
                <a:moveTo>
                  <a:pt x="0" y="0"/>
                </a:moveTo>
                <a:lnTo>
                  <a:pt x="2982446" y="0"/>
                </a:lnTo>
                <a:lnTo>
                  <a:pt x="2982446" y="2039248"/>
                </a:lnTo>
                <a:lnTo>
                  <a:pt x="0" y="2039248"/>
                </a:lnTo>
                <a:lnTo>
                  <a:pt x="0" y="0"/>
                </a:lnTo>
                <a:close/>
              </a:path>
            </a:pathLst>
          </a:custGeom>
          <a:blipFill>
            <a:blip r:embed="rId11"/>
            <a:stretch>
              <a:fillRect l="0" t="0" r="0" b="0"/>
            </a:stretch>
          </a:blipFill>
        </p:spPr>
      </p:sp>
      <p:sp>
        <p:nvSpPr>
          <p:cNvPr name="Freeform 10" id="10"/>
          <p:cNvSpPr/>
          <p:nvPr/>
        </p:nvSpPr>
        <p:spPr>
          <a:xfrm flipH="false" flipV="false" rot="0">
            <a:off x="6552762" y="7898050"/>
            <a:ext cx="3882367" cy="3212659"/>
          </a:xfrm>
          <a:custGeom>
            <a:avLst/>
            <a:gdLst/>
            <a:ahLst/>
            <a:cxnLst/>
            <a:rect r="r" b="b" t="t" l="l"/>
            <a:pathLst>
              <a:path h="3212659" w="3882367">
                <a:moveTo>
                  <a:pt x="0" y="0"/>
                </a:moveTo>
                <a:lnTo>
                  <a:pt x="3882367" y="0"/>
                </a:lnTo>
                <a:lnTo>
                  <a:pt x="3882367" y="3212659"/>
                </a:lnTo>
                <a:lnTo>
                  <a:pt x="0" y="3212659"/>
                </a:lnTo>
                <a:lnTo>
                  <a:pt x="0" y="0"/>
                </a:lnTo>
                <a:close/>
              </a:path>
            </a:pathLst>
          </a:custGeom>
          <a:blipFill>
            <a:blip r:embed="rId12"/>
            <a:stretch>
              <a:fillRect l="0" t="0" r="0" b="0"/>
            </a:stretch>
          </a:blipFill>
        </p:spPr>
      </p:sp>
      <p:sp>
        <p:nvSpPr>
          <p:cNvPr name="Freeform 11" id="11"/>
          <p:cNvSpPr/>
          <p:nvPr/>
        </p:nvSpPr>
        <p:spPr>
          <a:xfrm flipH="false" flipV="false" rot="0">
            <a:off x="12273409" y="8256803"/>
            <a:ext cx="1236510" cy="1601791"/>
          </a:xfrm>
          <a:custGeom>
            <a:avLst/>
            <a:gdLst/>
            <a:ahLst/>
            <a:cxnLst/>
            <a:rect r="r" b="b" t="t" l="l"/>
            <a:pathLst>
              <a:path h="1601791" w="1236510">
                <a:moveTo>
                  <a:pt x="0" y="0"/>
                </a:moveTo>
                <a:lnTo>
                  <a:pt x="1236510" y="0"/>
                </a:lnTo>
                <a:lnTo>
                  <a:pt x="1236510" y="1601792"/>
                </a:lnTo>
                <a:lnTo>
                  <a:pt x="0" y="1601792"/>
                </a:lnTo>
                <a:lnTo>
                  <a:pt x="0" y="0"/>
                </a:lnTo>
                <a:close/>
              </a:path>
            </a:pathLst>
          </a:custGeom>
          <a:blipFill>
            <a:blip r:embed="rId13"/>
            <a:stretch>
              <a:fillRect l="0" t="0" r="0" b="0"/>
            </a:stretch>
          </a:blipFill>
        </p:spPr>
      </p:sp>
      <p:sp>
        <p:nvSpPr>
          <p:cNvPr name="TextBox 12" id="12"/>
          <p:cNvSpPr txBox="true"/>
          <p:nvPr/>
        </p:nvSpPr>
        <p:spPr>
          <a:xfrm rot="0">
            <a:off x="3966718" y="3202240"/>
            <a:ext cx="10354563" cy="4038613"/>
          </a:xfrm>
          <a:prstGeom prst="rect">
            <a:avLst/>
          </a:prstGeom>
        </p:spPr>
        <p:txBody>
          <a:bodyPr anchor="t" rtlCol="false" tIns="0" lIns="0" bIns="0" rIns="0">
            <a:spAutoFit/>
          </a:bodyPr>
          <a:lstStyle/>
          <a:p>
            <a:pPr algn="ctr" marL="0" indent="0" lvl="0">
              <a:lnSpc>
                <a:spcPts val="10282"/>
              </a:lnSpc>
            </a:pPr>
            <a:r>
              <a:rPr lang="en-US" b="true" sz="11818">
                <a:solidFill>
                  <a:srgbClr val="5557A8"/>
                </a:solidFill>
                <a:latin typeface="TT Masters"/>
                <a:ea typeface="TT Masters"/>
                <a:cs typeface="TT Masters"/>
                <a:sym typeface="TT Masters"/>
              </a:rPr>
              <a:t>WE ARE</a:t>
            </a:r>
          </a:p>
          <a:p>
            <a:pPr algn="ctr" marL="0" indent="0" lvl="0">
              <a:lnSpc>
                <a:spcPts val="10282"/>
              </a:lnSpc>
            </a:pPr>
            <a:r>
              <a:rPr lang="en-US" b="true" sz="11818">
                <a:solidFill>
                  <a:srgbClr val="5557A8"/>
                </a:solidFill>
                <a:latin typeface="TT Masters"/>
                <a:ea typeface="TT Masters"/>
                <a:cs typeface="TT Masters"/>
                <a:sym typeface="TT Masters"/>
              </a:rPr>
              <a:t>UNITED WITH</a:t>
            </a:r>
          </a:p>
          <a:p>
            <a:pPr algn="ctr" marL="0" indent="0" lvl="0">
              <a:lnSpc>
                <a:spcPts val="10282"/>
              </a:lnSpc>
            </a:pPr>
            <a:r>
              <a:rPr lang="en-US" b="true" sz="11818">
                <a:solidFill>
                  <a:srgbClr val="5557A8"/>
                </a:solidFill>
                <a:latin typeface="TT Masters"/>
                <a:ea typeface="TT Masters"/>
                <a:cs typeface="TT Masters"/>
                <a:sym typeface="TT Masters"/>
              </a:rPr>
              <a:t>JESUS!</a:t>
            </a:r>
          </a:p>
        </p:txBody>
      </p:sp>
      <p:sp>
        <p:nvSpPr>
          <p:cNvPr name="TextBox 13" id="13"/>
          <p:cNvSpPr txBox="true"/>
          <p:nvPr/>
        </p:nvSpPr>
        <p:spPr>
          <a:xfrm rot="0">
            <a:off x="5005112" y="6975038"/>
            <a:ext cx="8277776" cy="311945"/>
          </a:xfrm>
          <a:prstGeom prst="rect">
            <a:avLst/>
          </a:prstGeom>
        </p:spPr>
        <p:txBody>
          <a:bodyPr anchor="t" rtlCol="false" tIns="0" lIns="0" bIns="0" rIns="0">
            <a:spAutoFit/>
          </a:bodyPr>
          <a:lstStyle/>
          <a:p>
            <a:pPr algn="ctr" marL="0" indent="0" lvl="0">
              <a:lnSpc>
                <a:spcPts val="2323"/>
              </a:lnSpc>
            </a:pPr>
            <a:r>
              <a:rPr lang="en-US" sz="2670">
                <a:solidFill>
                  <a:srgbClr val="5557A8"/>
                </a:solidFill>
                <a:latin typeface="Playpen Sans"/>
                <a:ea typeface="Playpen Sans"/>
                <a:cs typeface="Playpen Sans"/>
                <a:sym typeface="Playpen Sans"/>
              </a:rPr>
              <a:t>In the Eucharist — A Special Lesson for Grade 3</a:t>
            </a:r>
          </a:p>
        </p:txBody>
      </p:sp>
      <p:sp>
        <p:nvSpPr>
          <p:cNvPr name="Freeform 14" id="14"/>
          <p:cNvSpPr/>
          <p:nvPr/>
        </p:nvSpPr>
        <p:spPr>
          <a:xfrm flipH="false" flipV="false" rot="1505520">
            <a:off x="15616483" y="4530155"/>
            <a:ext cx="1882025" cy="3005229"/>
          </a:xfrm>
          <a:custGeom>
            <a:avLst/>
            <a:gdLst/>
            <a:ahLst/>
            <a:cxnLst/>
            <a:rect r="r" b="b" t="t" l="l"/>
            <a:pathLst>
              <a:path h="3005229" w="1882025">
                <a:moveTo>
                  <a:pt x="0" y="0"/>
                </a:moveTo>
                <a:lnTo>
                  <a:pt x="1882024" y="0"/>
                </a:lnTo>
                <a:lnTo>
                  <a:pt x="1882024" y="3005229"/>
                </a:lnTo>
                <a:lnTo>
                  <a:pt x="0" y="3005229"/>
                </a:lnTo>
                <a:lnTo>
                  <a:pt x="0" y="0"/>
                </a:lnTo>
                <a:close/>
              </a:path>
            </a:pathLst>
          </a:custGeom>
          <a:blipFill>
            <a:blip r:embed="rId1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66763" y="5143500"/>
            <a:ext cx="4266408" cy="5426274"/>
          </a:xfrm>
          <a:custGeom>
            <a:avLst/>
            <a:gdLst/>
            <a:ahLst/>
            <a:cxnLst/>
            <a:rect r="r" b="b" t="t" l="l"/>
            <a:pathLst>
              <a:path h="5426274" w="4266408">
                <a:moveTo>
                  <a:pt x="0" y="0"/>
                </a:moveTo>
                <a:lnTo>
                  <a:pt x="4266408" y="0"/>
                </a:lnTo>
                <a:lnTo>
                  <a:pt x="4266408" y="5426274"/>
                </a:lnTo>
                <a:lnTo>
                  <a:pt x="0" y="5426274"/>
                </a:lnTo>
                <a:lnTo>
                  <a:pt x="0" y="0"/>
                </a:lnTo>
                <a:close/>
              </a:path>
            </a:pathLst>
          </a:custGeom>
          <a:blipFill>
            <a:blip r:embed="rId6"/>
            <a:stretch>
              <a:fillRect l="0" t="0" r="0" b="0"/>
            </a:stretch>
          </a:blipFill>
        </p:spPr>
      </p:sp>
      <p:sp>
        <p:nvSpPr>
          <p:cNvPr name="Freeform 5" id="5"/>
          <p:cNvSpPr/>
          <p:nvPr/>
        </p:nvSpPr>
        <p:spPr>
          <a:xfrm flipH="false" flipV="false" rot="229484">
            <a:off x="1001577" y="839634"/>
            <a:ext cx="3029588" cy="2457753"/>
          </a:xfrm>
          <a:custGeom>
            <a:avLst/>
            <a:gdLst/>
            <a:ahLst/>
            <a:cxnLst/>
            <a:rect r="r" b="b" t="t" l="l"/>
            <a:pathLst>
              <a:path h="2457753" w="3029588">
                <a:moveTo>
                  <a:pt x="0" y="0"/>
                </a:moveTo>
                <a:lnTo>
                  <a:pt x="3029588" y="0"/>
                </a:lnTo>
                <a:lnTo>
                  <a:pt x="3029588" y="2457753"/>
                </a:lnTo>
                <a:lnTo>
                  <a:pt x="0" y="2457753"/>
                </a:lnTo>
                <a:lnTo>
                  <a:pt x="0" y="0"/>
                </a:lnTo>
                <a:close/>
              </a:path>
            </a:pathLst>
          </a:custGeom>
          <a:blipFill>
            <a:blip r:embed="rId7"/>
            <a:stretch>
              <a:fillRect l="0" t="0" r="0" b="0"/>
            </a:stretch>
          </a:blipFill>
        </p:spPr>
      </p:sp>
      <p:sp>
        <p:nvSpPr>
          <p:cNvPr name="Freeform 6" id="6"/>
          <p:cNvSpPr/>
          <p:nvPr/>
        </p:nvSpPr>
        <p:spPr>
          <a:xfrm flipH="false" flipV="false" rot="0">
            <a:off x="14182177" y="575077"/>
            <a:ext cx="3040068" cy="2986867"/>
          </a:xfrm>
          <a:custGeom>
            <a:avLst/>
            <a:gdLst/>
            <a:ahLst/>
            <a:cxnLst/>
            <a:rect r="r" b="b" t="t" l="l"/>
            <a:pathLst>
              <a:path h="2986867" w="3040068">
                <a:moveTo>
                  <a:pt x="0" y="0"/>
                </a:moveTo>
                <a:lnTo>
                  <a:pt x="3040068" y="0"/>
                </a:lnTo>
                <a:lnTo>
                  <a:pt x="3040068" y="2986867"/>
                </a:lnTo>
                <a:lnTo>
                  <a:pt x="0" y="2986867"/>
                </a:lnTo>
                <a:lnTo>
                  <a:pt x="0" y="0"/>
                </a:lnTo>
                <a:close/>
              </a:path>
            </a:pathLst>
          </a:custGeom>
          <a:blipFill>
            <a:blip r:embed="rId8"/>
            <a:stretch>
              <a:fillRect l="0" t="0" r="0" b="0"/>
            </a:stretch>
          </a:blipFill>
        </p:spPr>
      </p:sp>
      <p:sp>
        <p:nvSpPr>
          <p:cNvPr name="Freeform 7" id="7"/>
          <p:cNvSpPr/>
          <p:nvPr/>
        </p:nvSpPr>
        <p:spPr>
          <a:xfrm flipH="true" flipV="false" rot="0">
            <a:off x="-235696" y="7315523"/>
            <a:ext cx="4275442" cy="3596715"/>
          </a:xfrm>
          <a:custGeom>
            <a:avLst/>
            <a:gdLst/>
            <a:ahLst/>
            <a:cxnLst/>
            <a:rect r="r" b="b" t="t" l="l"/>
            <a:pathLst>
              <a:path h="3596715" w="4275442">
                <a:moveTo>
                  <a:pt x="4275441" y="0"/>
                </a:moveTo>
                <a:lnTo>
                  <a:pt x="0" y="0"/>
                </a:lnTo>
                <a:lnTo>
                  <a:pt x="0" y="3596716"/>
                </a:lnTo>
                <a:lnTo>
                  <a:pt x="4275441" y="3596716"/>
                </a:lnTo>
                <a:lnTo>
                  <a:pt x="4275441" y="0"/>
                </a:lnTo>
                <a:close/>
              </a:path>
            </a:pathLst>
          </a:custGeom>
          <a:blipFill>
            <a:blip r:embed="rId9"/>
            <a:stretch>
              <a:fillRect l="0" t="0" r="0" b="0"/>
            </a:stretch>
          </a:blipFill>
        </p:spPr>
      </p:sp>
      <p:sp>
        <p:nvSpPr>
          <p:cNvPr name="TextBox 8" id="8"/>
          <p:cNvSpPr txBox="true"/>
          <p:nvPr/>
        </p:nvSpPr>
        <p:spPr>
          <a:xfrm rot="0">
            <a:off x="4840139" y="3032529"/>
            <a:ext cx="8607723" cy="1123223"/>
          </a:xfrm>
          <a:prstGeom prst="rect">
            <a:avLst/>
          </a:prstGeom>
        </p:spPr>
        <p:txBody>
          <a:bodyPr anchor="t" rtlCol="false" tIns="0" lIns="0" bIns="0" rIns="0">
            <a:spAutoFit/>
          </a:bodyPr>
          <a:lstStyle/>
          <a:p>
            <a:pPr algn="ctr" marL="0" indent="0" lvl="0">
              <a:lnSpc>
                <a:spcPts val="8091"/>
              </a:lnSpc>
            </a:pPr>
            <a:r>
              <a:rPr lang="en-US" b="true" sz="9300">
                <a:solidFill>
                  <a:srgbClr val="5557A8"/>
                </a:solidFill>
                <a:latin typeface="TT Masters"/>
                <a:ea typeface="TT Masters"/>
                <a:cs typeface="TT Masters"/>
                <a:sym typeface="TT Masters"/>
              </a:rPr>
              <a:t>GOD'S WORD</a:t>
            </a:r>
          </a:p>
        </p:txBody>
      </p:sp>
      <p:grpSp>
        <p:nvGrpSpPr>
          <p:cNvPr name="Group 9" id="9"/>
          <p:cNvGrpSpPr/>
          <p:nvPr/>
        </p:nvGrpSpPr>
        <p:grpSpPr>
          <a:xfrm rot="0">
            <a:off x="9101816" y="4342843"/>
            <a:ext cx="4940679" cy="3197378"/>
            <a:chOff x="0" y="0"/>
            <a:chExt cx="765440" cy="495358"/>
          </a:xfrm>
        </p:grpSpPr>
        <p:sp>
          <p:nvSpPr>
            <p:cNvPr name="Freeform 10" id="10"/>
            <p:cNvSpPr/>
            <p:nvPr/>
          </p:nvSpPr>
          <p:spPr>
            <a:xfrm flipH="false" flipV="false" rot="0">
              <a:off x="0" y="0"/>
              <a:ext cx="765440" cy="495358"/>
            </a:xfrm>
            <a:custGeom>
              <a:avLst/>
              <a:gdLst/>
              <a:ahLst/>
              <a:cxnLst/>
              <a:rect r="r" b="b" t="t" l="l"/>
              <a:pathLst>
                <a:path h="495358" w="765440">
                  <a:moveTo>
                    <a:pt x="36040" y="0"/>
                  </a:moveTo>
                  <a:lnTo>
                    <a:pt x="729400" y="0"/>
                  </a:lnTo>
                  <a:cubicBezTo>
                    <a:pt x="738959" y="0"/>
                    <a:pt x="748126" y="3797"/>
                    <a:pt x="754884" y="10556"/>
                  </a:cubicBezTo>
                  <a:cubicBezTo>
                    <a:pt x="761643" y="17315"/>
                    <a:pt x="765440" y="26482"/>
                    <a:pt x="765440" y="36040"/>
                  </a:cubicBezTo>
                  <a:lnTo>
                    <a:pt x="765440" y="459317"/>
                  </a:lnTo>
                  <a:cubicBezTo>
                    <a:pt x="765440" y="468876"/>
                    <a:pt x="761643" y="478043"/>
                    <a:pt x="754884" y="484802"/>
                  </a:cubicBezTo>
                  <a:cubicBezTo>
                    <a:pt x="748126" y="491560"/>
                    <a:pt x="738959" y="495358"/>
                    <a:pt x="729400" y="495358"/>
                  </a:cubicBezTo>
                  <a:lnTo>
                    <a:pt x="36040" y="495358"/>
                  </a:lnTo>
                  <a:cubicBezTo>
                    <a:pt x="26482" y="495358"/>
                    <a:pt x="17315" y="491560"/>
                    <a:pt x="10556" y="484802"/>
                  </a:cubicBezTo>
                  <a:cubicBezTo>
                    <a:pt x="3797" y="478043"/>
                    <a:pt x="0" y="468876"/>
                    <a:pt x="0" y="459317"/>
                  </a:cubicBezTo>
                  <a:lnTo>
                    <a:pt x="0" y="36040"/>
                  </a:lnTo>
                  <a:cubicBezTo>
                    <a:pt x="0" y="26482"/>
                    <a:pt x="3797" y="17315"/>
                    <a:pt x="10556" y="10556"/>
                  </a:cubicBezTo>
                  <a:cubicBezTo>
                    <a:pt x="17315" y="3797"/>
                    <a:pt x="26482" y="0"/>
                    <a:pt x="36040" y="0"/>
                  </a:cubicBezTo>
                  <a:close/>
                </a:path>
              </a:pathLst>
            </a:custGeom>
            <a:blipFill>
              <a:blip r:embed="rId10"/>
              <a:stretch>
                <a:fillRect l="0" t="-219" r="0" b="-219"/>
              </a:stretch>
            </a:blipFill>
          </p:spPr>
        </p:sp>
      </p:grpSp>
      <p:sp>
        <p:nvSpPr>
          <p:cNvPr name="TextBox 11" id="11"/>
          <p:cNvSpPr txBox="true"/>
          <p:nvPr/>
        </p:nvSpPr>
        <p:spPr>
          <a:xfrm rot="0">
            <a:off x="4245505" y="4361893"/>
            <a:ext cx="4303861" cy="2473705"/>
          </a:xfrm>
          <a:prstGeom prst="rect">
            <a:avLst/>
          </a:prstGeom>
        </p:spPr>
        <p:txBody>
          <a:bodyPr anchor="t" rtlCol="false" tIns="0" lIns="0" bIns="0" rIns="0">
            <a:spAutoFit/>
          </a:bodyPr>
          <a:lstStyle/>
          <a:p>
            <a:pPr algn="l" marL="0" indent="0" lvl="0">
              <a:lnSpc>
                <a:spcPts val="2841"/>
              </a:lnSpc>
            </a:pPr>
            <a:r>
              <a:rPr lang="en-US" sz="2537">
                <a:solidFill>
                  <a:srgbClr val="5557A8"/>
                </a:solidFill>
                <a:latin typeface="Playpen Sans"/>
                <a:ea typeface="Playpen Sans"/>
                <a:cs typeface="Playpen Sans"/>
                <a:sym typeface="Playpen Sans"/>
              </a:rPr>
              <a:t>John 6:56</a:t>
            </a:r>
          </a:p>
          <a:p>
            <a:pPr algn="l" marL="0" indent="0" lvl="0">
              <a:lnSpc>
                <a:spcPts val="2841"/>
              </a:lnSpc>
            </a:pPr>
            <a:r>
              <a:rPr lang="en-US" sz="2537">
                <a:solidFill>
                  <a:srgbClr val="5557A8"/>
                </a:solidFill>
                <a:latin typeface="Playpen Sans"/>
                <a:ea typeface="Playpen Sans"/>
                <a:cs typeface="Playpen Sans"/>
                <a:sym typeface="Playpen Sans"/>
              </a:rPr>
              <a:t>"Whoever eats my flesh and drinks my blood remains in me, and I in them."</a:t>
            </a:r>
          </a:p>
          <a:p>
            <a:pPr algn="l" marL="0" indent="0" lvl="0">
              <a:lnSpc>
                <a:spcPts val="2841"/>
              </a:lnSpc>
            </a:pPr>
            <a:r>
              <a:rPr lang="en-US" sz="2537">
                <a:solidFill>
                  <a:srgbClr val="5557A8"/>
                </a:solidFill>
                <a:latin typeface="Playpen Sans"/>
                <a:ea typeface="Playpen Sans"/>
                <a:cs typeface="Playpen Sans"/>
                <a:sym typeface="Playpen Sans"/>
              </a:rPr>
              <a:t>Jesus wants to be close to us — always in our hearts!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66763" y="5143500"/>
            <a:ext cx="4266408" cy="5426274"/>
          </a:xfrm>
          <a:custGeom>
            <a:avLst/>
            <a:gdLst/>
            <a:ahLst/>
            <a:cxnLst/>
            <a:rect r="r" b="b" t="t" l="l"/>
            <a:pathLst>
              <a:path h="5426274" w="4266408">
                <a:moveTo>
                  <a:pt x="0" y="0"/>
                </a:moveTo>
                <a:lnTo>
                  <a:pt x="4266408" y="0"/>
                </a:lnTo>
                <a:lnTo>
                  <a:pt x="4266408" y="5426274"/>
                </a:lnTo>
                <a:lnTo>
                  <a:pt x="0" y="5426274"/>
                </a:lnTo>
                <a:lnTo>
                  <a:pt x="0" y="0"/>
                </a:lnTo>
                <a:close/>
              </a:path>
            </a:pathLst>
          </a:custGeom>
          <a:blipFill>
            <a:blip r:embed="rId6"/>
            <a:stretch>
              <a:fillRect l="0" t="0" r="0" b="0"/>
            </a:stretch>
          </a:blipFill>
        </p:spPr>
      </p:sp>
      <p:sp>
        <p:nvSpPr>
          <p:cNvPr name="Freeform 5" id="5"/>
          <p:cNvSpPr/>
          <p:nvPr/>
        </p:nvSpPr>
        <p:spPr>
          <a:xfrm flipH="false" flipV="false" rot="229484">
            <a:off x="1001577" y="839634"/>
            <a:ext cx="3029588" cy="2457753"/>
          </a:xfrm>
          <a:custGeom>
            <a:avLst/>
            <a:gdLst/>
            <a:ahLst/>
            <a:cxnLst/>
            <a:rect r="r" b="b" t="t" l="l"/>
            <a:pathLst>
              <a:path h="2457753" w="3029588">
                <a:moveTo>
                  <a:pt x="0" y="0"/>
                </a:moveTo>
                <a:lnTo>
                  <a:pt x="3029588" y="0"/>
                </a:lnTo>
                <a:lnTo>
                  <a:pt x="3029588" y="2457753"/>
                </a:lnTo>
                <a:lnTo>
                  <a:pt x="0" y="2457753"/>
                </a:lnTo>
                <a:lnTo>
                  <a:pt x="0" y="0"/>
                </a:lnTo>
                <a:close/>
              </a:path>
            </a:pathLst>
          </a:custGeom>
          <a:blipFill>
            <a:blip r:embed="rId7"/>
            <a:stretch>
              <a:fillRect l="0" t="0" r="0" b="0"/>
            </a:stretch>
          </a:blipFill>
        </p:spPr>
      </p:sp>
      <p:sp>
        <p:nvSpPr>
          <p:cNvPr name="Freeform 6" id="6"/>
          <p:cNvSpPr/>
          <p:nvPr/>
        </p:nvSpPr>
        <p:spPr>
          <a:xfrm flipH="false" flipV="false" rot="0">
            <a:off x="14182177" y="575077"/>
            <a:ext cx="3040068" cy="2986867"/>
          </a:xfrm>
          <a:custGeom>
            <a:avLst/>
            <a:gdLst/>
            <a:ahLst/>
            <a:cxnLst/>
            <a:rect r="r" b="b" t="t" l="l"/>
            <a:pathLst>
              <a:path h="2986867" w="3040068">
                <a:moveTo>
                  <a:pt x="0" y="0"/>
                </a:moveTo>
                <a:lnTo>
                  <a:pt x="3040068" y="0"/>
                </a:lnTo>
                <a:lnTo>
                  <a:pt x="3040068" y="2986867"/>
                </a:lnTo>
                <a:lnTo>
                  <a:pt x="0" y="2986867"/>
                </a:lnTo>
                <a:lnTo>
                  <a:pt x="0" y="0"/>
                </a:lnTo>
                <a:close/>
              </a:path>
            </a:pathLst>
          </a:custGeom>
          <a:blipFill>
            <a:blip r:embed="rId8"/>
            <a:stretch>
              <a:fillRect l="0" t="0" r="0" b="0"/>
            </a:stretch>
          </a:blipFill>
        </p:spPr>
      </p:sp>
      <p:sp>
        <p:nvSpPr>
          <p:cNvPr name="Freeform 7" id="7"/>
          <p:cNvSpPr/>
          <p:nvPr/>
        </p:nvSpPr>
        <p:spPr>
          <a:xfrm flipH="true" flipV="false" rot="0">
            <a:off x="-235696" y="7315523"/>
            <a:ext cx="4275442" cy="3596715"/>
          </a:xfrm>
          <a:custGeom>
            <a:avLst/>
            <a:gdLst/>
            <a:ahLst/>
            <a:cxnLst/>
            <a:rect r="r" b="b" t="t" l="l"/>
            <a:pathLst>
              <a:path h="3596715" w="4275442">
                <a:moveTo>
                  <a:pt x="4275441" y="0"/>
                </a:moveTo>
                <a:lnTo>
                  <a:pt x="0" y="0"/>
                </a:lnTo>
                <a:lnTo>
                  <a:pt x="0" y="3596716"/>
                </a:lnTo>
                <a:lnTo>
                  <a:pt x="4275441" y="3596716"/>
                </a:lnTo>
                <a:lnTo>
                  <a:pt x="4275441" y="0"/>
                </a:lnTo>
                <a:close/>
              </a:path>
            </a:pathLst>
          </a:custGeom>
          <a:blipFill>
            <a:blip r:embed="rId9"/>
            <a:stretch>
              <a:fillRect l="0" t="0" r="0" b="0"/>
            </a:stretch>
          </a:blipFill>
        </p:spPr>
      </p:sp>
      <p:sp>
        <p:nvSpPr>
          <p:cNvPr name="TextBox 8" id="8"/>
          <p:cNvSpPr txBox="true"/>
          <p:nvPr/>
        </p:nvSpPr>
        <p:spPr>
          <a:xfrm rot="0">
            <a:off x="5086898" y="3010101"/>
            <a:ext cx="8114205" cy="754188"/>
          </a:xfrm>
          <a:prstGeom prst="rect">
            <a:avLst/>
          </a:prstGeom>
        </p:spPr>
        <p:txBody>
          <a:bodyPr anchor="t" rtlCol="false" tIns="0" lIns="0" bIns="0" rIns="0">
            <a:spAutoFit/>
          </a:bodyPr>
          <a:lstStyle/>
          <a:p>
            <a:pPr algn="ctr" marL="0" indent="0" lvl="0">
              <a:lnSpc>
                <a:spcPts val="5421"/>
              </a:lnSpc>
            </a:pPr>
            <a:r>
              <a:rPr lang="en-US" b="true" sz="6231">
                <a:solidFill>
                  <a:srgbClr val="5557A8"/>
                </a:solidFill>
                <a:latin typeface="TT Masters"/>
                <a:ea typeface="TT Masters"/>
                <a:cs typeface="TT Masters"/>
                <a:sym typeface="TT Masters"/>
              </a:rPr>
              <a:t>WHAT IS COMMUNION?</a:t>
            </a:r>
          </a:p>
        </p:txBody>
      </p:sp>
      <p:sp>
        <p:nvSpPr>
          <p:cNvPr name="TextBox 9" id="9"/>
          <p:cNvSpPr txBox="true"/>
          <p:nvPr/>
        </p:nvSpPr>
        <p:spPr>
          <a:xfrm rot="0">
            <a:off x="5933990" y="4434715"/>
            <a:ext cx="8270964" cy="1064005"/>
          </a:xfrm>
          <a:prstGeom prst="rect">
            <a:avLst/>
          </a:prstGeom>
        </p:spPr>
        <p:txBody>
          <a:bodyPr anchor="t" rtlCol="false" tIns="0" lIns="0" bIns="0" rIns="0">
            <a:spAutoFit/>
          </a:bodyPr>
          <a:lstStyle/>
          <a:p>
            <a:pPr algn="l" marL="0" indent="0" lvl="0">
              <a:lnSpc>
                <a:spcPts val="2841"/>
              </a:lnSpc>
            </a:pPr>
            <a:r>
              <a:rPr lang="en-US" sz="2537">
                <a:solidFill>
                  <a:srgbClr val="5557A8"/>
                </a:solidFill>
                <a:latin typeface="Playpen Sans"/>
                <a:ea typeface="Playpen Sans"/>
                <a:cs typeface="Playpen Sans"/>
                <a:sym typeface="Playpen Sans"/>
              </a:rPr>
              <a:t>When we receive Communion, Jesus comes to live inside our hearts. He is truly present with us in a very special and loving way.</a:t>
            </a:r>
          </a:p>
        </p:txBody>
      </p:sp>
      <p:sp>
        <p:nvSpPr>
          <p:cNvPr name="TextBox 10" id="10"/>
          <p:cNvSpPr txBox="true"/>
          <p:nvPr/>
        </p:nvSpPr>
        <p:spPr>
          <a:xfrm rot="0">
            <a:off x="4083046" y="4616177"/>
            <a:ext cx="1623628" cy="754188"/>
          </a:xfrm>
          <a:prstGeom prst="rect">
            <a:avLst/>
          </a:prstGeom>
        </p:spPr>
        <p:txBody>
          <a:bodyPr anchor="t" rtlCol="false" tIns="0" lIns="0" bIns="0" rIns="0">
            <a:spAutoFit/>
          </a:bodyPr>
          <a:lstStyle/>
          <a:p>
            <a:pPr algn="ctr" marL="0" indent="0" lvl="0">
              <a:lnSpc>
                <a:spcPts val="5421"/>
              </a:lnSpc>
            </a:pPr>
          </a:p>
        </p:txBody>
      </p:sp>
      <p:sp>
        <p:nvSpPr>
          <p:cNvPr name="TextBox 11" id="11"/>
          <p:cNvSpPr txBox="true"/>
          <p:nvPr/>
        </p:nvSpPr>
        <p:spPr>
          <a:xfrm rot="0">
            <a:off x="5933990" y="6051070"/>
            <a:ext cx="8270964" cy="1064005"/>
          </a:xfrm>
          <a:prstGeom prst="rect">
            <a:avLst/>
          </a:prstGeom>
        </p:spPr>
        <p:txBody>
          <a:bodyPr anchor="t" rtlCol="false" tIns="0" lIns="0" bIns="0" rIns="0">
            <a:spAutoFit/>
          </a:bodyPr>
          <a:lstStyle/>
          <a:p>
            <a:pPr algn="l" marL="0" indent="0" lvl="0">
              <a:lnSpc>
                <a:spcPts val="2841"/>
              </a:lnSpc>
            </a:pPr>
            <a:r>
              <a:rPr lang="en-US" sz="2537">
                <a:solidFill>
                  <a:srgbClr val="5557A8"/>
                </a:solidFill>
                <a:latin typeface="Playpen Sans"/>
                <a:ea typeface="Playpen Sans"/>
                <a:cs typeface="Playpen Sans"/>
                <a:sym typeface="Playpen Sans"/>
              </a:rPr>
              <a:t>We become united with Jesus — like a hug from the inside! He stays close to us and fills us with His love and peace.</a:t>
            </a:r>
          </a:p>
        </p:txBody>
      </p:sp>
      <p:sp>
        <p:nvSpPr>
          <p:cNvPr name="TextBox 12" id="12"/>
          <p:cNvSpPr txBox="true"/>
          <p:nvPr/>
        </p:nvSpPr>
        <p:spPr>
          <a:xfrm rot="0">
            <a:off x="4083046" y="6232531"/>
            <a:ext cx="1623628" cy="754188"/>
          </a:xfrm>
          <a:prstGeom prst="rect">
            <a:avLst/>
          </a:prstGeom>
        </p:spPr>
        <p:txBody>
          <a:bodyPr anchor="t" rtlCol="false" tIns="0" lIns="0" bIns="0" rIns="0">
            <a:spAutoFit/>
          </a:bodyPr>
          <a:lstStyle/>
          <a:p>
            <a:pPr algn="ctr" marL="0" indent="0" lvl="0">
              <a:lnSpc>
                <a:spcPts val="5421"/>
              </a:lnSpc>
            </a:pP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66763" y="5143500"/>
            <a:ext cx="4266408" cy="5426274"/>
          </a:xfrm>
          <a:custGeom>
            <a:avLst/>
            <a:gdLst/>
            <a:ahLst/>
            <a:cxnLst/>
            <a:rect r="r" b="b" t="t" l="l"/>
            <a:pathLst>
              <a:path h="5426274" w="4266408">
                <a:moveTo>
                  <a:pt x="0" y="0"/>
                </a:moveTo>
                <a:lnTo>
                  <a:pt x="4266408" y="0"/>
                </a:lnTo>
                <a:lnTo>
                  <a:pt x="4266408" y="5426274"/>
                </a:lnTo>
                <a:lnTo>
                  <a:pt x="0" y="5426274"/>
                </a:lnTo>
                <a:lnTo>
                  <a:pt x="0" y="0"/>
                </a:lnTo>
                <a:close/>
              </a:path>
            </a:pathLst>
          </a:custGeom>
          <a:blipFill>
            <a:blip r:embed="rId6"/>
            <a:stretch>
              <a:fillRect l="0" t="0" r="0" b="0"/>
            </a:stretch>
          </a:blipFill>
        </p:spPr>
      </p:sp>
      <p:sp>
        <p:nvSpPr>
          <p:cNvPr name="Freeform 5" id="5"/>
          <p:cNvSpPr/>
          <p:nvPr/>
        </p:nvSpPr>
        <p:spPr>
          <a:xfrm flipH="false" flipV="false" rot="229484">
            <a:off x="1001577" y="839634"/>
            <a:ext cx="3029588" cy="2457753"/>
          </a:xfrm>
          <a:custGeom>
            <a:avLst/>
            <a:gdLst/>
            <a:ahLst/>
            <a:cxnLst/>
            <a:rect r="r" b="b" t="t" l="l"/>
            <a:pathLst>
              <a:path h="2457753" w="3029588">
                <a:moveTo>
                  <a:pt x="0" y="0"/>
                </a:moveTo>
                <a:lnTo>
                  <a:pt x="3029588" y="0"/>
                </a:lnTo>
                <a:lnTo>
                  <a:pt x="3029588" y="2457753"/>
                </a:lnTo>
                <a:lnTo>
                  <a:pt x="0" y="2457753"/>
                </a:lnTo>
                <a:lnTo>
                  <a:pt x="0" y="0"/>
                </a:lnTo>
                <a:close/>
              </a:path>
            </a:pathLst>
          </a:custGeom>
          <a:blipFill>
            <a:blip r:embed="rId7"/>
            <a:stretch>
              <a:fillRect l="0" t="0" r="0" b="0"/>
            </a:stretch>
          </a:blipFill>
        </p:spPr>
      </p:sp>
      <p:sp>
        <p:nvSpPr>
          <p:cNvPr name="Freeform 6" id="6"/>
          <p:cNvSpPr/>
          <p:nvPr/>
        </p:nvSpPr>
        <p:spPr>
          <a:xfrm flipH="false" flipV="false" rot="0">
            <a:off x="14182177" y="575077"/>
            <a:ext cx="3040068" cy="2986867"/>
          </a:xfrm>
          <a:custGeom>
            <a:avLst/>
            <a:gdLst/>
            <a:ahLst/>
            <a:cxnLst/>
            <a:rect r="r" b="b" t="t" l="l"/>
            <a:pathLst>
              <a:path h="2986867" w="3040068">
                <a:moveTo>
                  <a:pt x="0" y="0"/>
                </a:moveTo>
                <a:lnTo>
                  <a:pt x="3040068" y="0"/>
                </a:lnTo>
                <a:lnTo>
                  <a:pt x="3040068" y="2986867"/>
                </a:lnTo>
                <a:lnTo>
                  <a:pt x="0" y="2986867"/>
                </a:lnTo>
                <a:lnTo>
                  <a:pt x="0" y="0"/>
                </a:lnTo>
                <a:close/>
              </a:path>
            </a:pathLst>
          </a:custGeom>
          <a:blipFill>
            <a:blip r:embed="rId8"/>
            <a:stretch>
              <a:fillRect l="0" t="0" r="0" b="0"/>
            </a:stretch>
          </a:blipFill>
        </p:spPr>
      </p:sp>
      <p:sp>
        <p:nvSpPr>
          <p:cNvPr name="Freeform 7" id="7"/>
          <p:cNvSpPr/>
          <p:nvPr/>
        </p:nvSpPr>
        <p:spPr>
          <a:xfrm flipH="true" flipV="false" rot="0">
            <a:off x="-235696" y="7315523"/>
            <a:ext cx="4275442" cy="3596715"/>
          </a:xfrm>
          <a:custGeom>
            <a:avLst/>
            <a:gdLst/>
            <a:ahLst/>
            <a:cxnLst/>
            <a:rect r="r" b="b" t="t" l="l"/>
            <a:pathLst>
              <a:path h="3596715" w="4275442">
                <a:moveTo>
                  <a:pt x="4275441" y="0"/>
                </a:moveTo>
                <a:lnTo>
                  <a:pt x="0" y="0"/>
                </a:lnTo>
                <a:lnTo>
                  <a:pt x="0" y="3596716"/>
                </a:lnTo>
                <a:lnTo>
                  <a:pt x="4275441" y="3596716"/>
                </a:lnTo>
                <a:lnTo>
                  <a:pt x="4275441" y="0"/>
                </a:lnTo>
                <a:close/>
              </a:path>
            </a:pathLst>
          </a:custGeom>
          <a:blipFill>
            <a:blip r:embed="rId9"/>
            <a:stretch>
              <a:fillRect l="0" t="0" r="0" b="0"/>
            </a:stretch>
          </a:blipFill>
        </p:spPr>
      </p:sp>
      <p:sp>
        <p:nvSpPr>
          <p:cNvPr name="TextBox 8" id="8"/>
          <p:cNvSpPr txBox="true"/>
          <p:nvPr/>
        </p:nvSpPr>
        <p:spPr>
          <a:xfrm rot="0">
            <a:off x="4840139" y="2163824"/>
            <a:ext cx="8607723" cy="653038"/>
          </a:xfrm>
          <a:prstGeom prst="rect">
            <a:avLst/>
          </a:prstGeom>
        </p:spPr>
        <p:txBody>
          <a:bodyPr anchor="t" rtlCol="false" tIns="0" lIns="0" bIns="0" rIns="0">
            <a:spAutoFit/>
          </a:bodyPr>
          <a:lstStyle/>
          <a:p>
            <a:pPr algn="ctr" marL="0" indent="0" lvl="0">
              <a:lnSpc>
                <a:spcPts val="4658"/>
              </a:lnSpc>
            </a:pPr>
            <a:r>
              <a:rPr lang="en-US" b="true" sz="5354">
                <a:solidFill>
                  <a:srgbClr val="5557A8"/>
                </a:solidFill>
                <a:latin typeface="TT Masters"/>
                <a:ea typeface="TT Masters"/>
                <a:cs typeface="TT Masters"/>
                <a:sym typeface="TT Masters"/>
              </a:rPr>
              <a:t>JESUS LIVES IN OUR HEARTS</a:t>
            </a:r>
          </a:p>
        </p:txBody>
      </p:sp>
      <p:sp>
        <p:nvSpPr>
          <p:cNvPr name="TextBox 9" id="9"/>
          <p:cNvSpPr txBox="true"/>
          <p:nvPr/>
        </p:nvSpPr>
        <p:spPr>
          <a:xfrm rot="0">
            <a:off x="4542822" y="3617013"/>
            <a:ext cx="9202357" cy="1063987"/>
          </a:xfrm>
          <a:prstGeom prst="rect">
            <a:avLst/>
          </a:prstGeom>
        </p:spPr>
        <p:txBody>
          <a:bodyPr anchor="t" rtlCol="false" tIns="0" lIns="0" bIns="0" rIns="0">
            <a:spAutoFit/>
          </a:bodyPr>
          <a:lstStyle/>
          <a:p>
            <a:pPr algn="l" marL="0" indent="0" lvl="0">
              <a:lnSpc>
                <a:spcPts val="2839"/>
              </a:lnSpc>
            </a:pPr>
            <a:r>
              <a:rPr lang="en-US" sz="2535">
                <a:solidFill>
                  <a:srgbClr val="5557A8"/>
                </a:solidFill>
                <a:latin typeface="Playpen Sans"/>
                <a:ea typeface="Playpen Sans"/>
                <a:cs typeface="Playpen Sans"/>
                <a:sym typeface="Playpen Sans"/>
              </a:rPr>
              <a:t>When we receive Communion, Jesus is always with us! He never leaves our side. We are never alone because He is right here in our hearts, every single day.</a:t>
            </a:r>
          </a:p>
        </p:txBody>
      </p:sp>
      <p:sp>
        <p:nvSpPr>
          <p:cNvPr name="TextBox 10" id="10"/>
          <p:cNvSpPr txBox="true"/>
          <p:nvPr/>
        </p:nvSpPr>
        <p:spPr>
          <a:xfrm rot="0">
            <a:off x="4542822" y="5242893"/>
            <a:ext cx="9202357" cy="1416412"/>
          </a:xfrm>
          <a:prstGeom prst="rect">
            <a:avLst/>
          </a:prstGeom>
        </p:spPr>
        <p:txBody>
          <a:bodyPr anchor="t" rtlCol="false" tIns="0" lIns="0" bIns="0" rIns="0">
            <a:spAutoFit/>
          </a:bodyPr>
          <a:lstStyle/>
          <a:p>
            <a:pPr algn="l" marL="0" indent="0" lvl="0">
              <a:lnSpc>
                <a:spcPts val="2839"/>
              </a:lnSpc>
            </a:pPr>
            <a:r>
              <a:rPr lang="en-US" sz="2535">
                <a:solidFill>
                  <a:srgbClr val="5557A8"/>
                </a:solidFill>
                <a:latin typeface="Playpen Sans"/>
                <a:ea typeface="Playpen Sans"/>
                <a:cs typeface="Playpen Sans"/>
                <a:sym typeface="Playpen Sans"/>
              </a:rPr>
              <a:t>Jesus fills our hearts with His love! Just like the sun warms the whole earth, His love warms us from the inside. We feel happy, peaceful, and safe when He is with us.</a:t>
            </a:r>
          </a:p>
        </p:txBody>
      </p:sp>
      <p:sp>
        <p:nvSpPr>
          <p:cNvPr name="TextBox 11" id="11"/>
          <p:cNvSpPr txBox="true"/>
          <p:nvPr/>
        </p:nvSpPr>
        <p:spPr>
          <a:xfrm rot="0">
            <a:off x="4542822" y="6868772"/>
            <a:ext cx="9202357" cy="1063987"/>
          </a:xfrm>
          <a:prstGeom prst="rect">
            <a:avLst/>
          </a:prstGeom>
        </p:spPr>
        <p:txBody>
          <a:bodyPr anchor="t" rtlCol="false" tIns="0" lIns="0" bIns="0" rIns="0">
            <a:spAutoFit/>
          </a:bodyPr>
          <a:lstStyle/>
          <a:p>
            <a:pPr algn="l" marL="0" indent="0" lvl="0">
              <a:lnSpc>
                <a:spcPts val="2839"/>
              </a:lnSpc>
            </a:pPr>
            <a:r>
              <a:rPr lang="en-US" sz="2535">
                <a:solidFill>
                  <a:srgbClr val="5557A8"/>
                </a:solidFill>
                <a:latin typeface="Playpen Sans"/>
                <a:ea typeface="Playpen Sans"/>
                <a:cs typeface="Playpen Sans"/>
                <a:sym typeface="Playpen Sans"/>
              </a:rPr>
              <a:t>We carry Jesus with us wherever we go — to school, to the playground, and back home. Everywhere we walk, He walks with us. We bring His love to everyone we meet!</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66763" y="5143500"/>
            <a:ext cx="4266408" cy="5426274"/>
          </a:xfrm>
          <a:custGeom>
            <a:avLst/>
            <a:gdLst/>
            <a:ahLst/>
            <a:cxnLst/>
            <a:rect r="r" b="b" t="t" l="l"/>
            <a:pathLst>
              <a:path h="5426274" w="4266408">
                <a:moveTo>
                  <a:pt x="0" y="0"/>
                </a:moveTo>
                <a:lnTo>
                  <a:pt x="4266408" y="0"/>
                </a:lnTo>
                <a:lnTo>
                  <a:pt x="4266408" y="5426274"/>
                </a:lnTo>
                <a:lnTo>
                  <a:pt x="0" y="5426274"/>
                </a:lnTo>
                <a:lnTo>
                  <a:pt x="0" y="0"/>
                </a:lnTo>
                <a:close/>
              </a:path>
            </a:pathLst>
          </a:custGeom>
          <a:blipFill>
            <a:blip r:embed="rId6"/>
            <a:stretch>
              <a:fillRect l="0" t="0" r="0" b="0"/>
            </a:stretch>
          </a:blipFill>
        </p:spPr>
      </p:sp>
      <p:sp>
        <p:nvSpPr>
          <p:cNvPr name="Freeform 5" id="5"/>
          <p:cNvSpPr/>
          <p:nvPr/>
        </p:nvSpPr>
        <p:spPr>
          <a:xfrm flipH="false" flipV="false" rot="229484">
            <a:off x="1001577" y="839634"/>
            <a:ext cx="3029588" cy="2457753"/>
          </a:xfrm>
          <a:custGeom>
            <a:avLst/>
            <a:gdLst/>
            <a:ahLst/>
            <a:cxnLst/>
            <a:rect r="r" b="b" t="t" l="l"/>
            <a:pathLst>
              <a:path h="2457753" w="3029588">
                <a:moveTo>
                  <a:pt x="0" y="0"/>
                </a:moveTo>
                <a:lnTo>
                  <a:pt x="3029588" y="0"/>
                </a:lnTo>
                <a:lnTo>
                  <a:pt x="3029588" y="2457753"/>
                </a:lnTo>
                <a:lnTo>
                  <a:pt x="0" y="2457753"/>
                </a:lnTo>
                <a:lnTo>
                  <a:pt x="0" y="0"/>
                </a:lnTo>
                <a:close/>
              </a:path>
            </a:pathLst>
          </a:custGeom>
          <a:blipFill>
            <a:blip r:embed="rId7"/>
            <a:stretch>
              <a:fillRect l="0" t="0" r="0" b="0"/>
            </a:stretch>
          </a:blipFill>
        </p:spPr>
      </p:sp>
      <p:sp>
        <p:nvSpPr>
          <p:cNvPr name="Freeform 6" id="6"/>
          <p:cNvSpPr/>
          <p:nvPr/>
        </p:nvSpPr>
        <p:spPr>
          <a:xfrm flipH="false" flipV="false" rot="0">
            <a:off x="14182177" y="575077"/>
            <a:ext cx="3040068" cy="2986867"/>
          </a:xfrm>
          <a:custGeom>
            <a:avLst/>
            <a:gdLst/>
            <a:ahLst/>
            <a:cxnLst/>
            <a:rect r="r" b="b" t="t" l="l"/>
            <a:pathLst>
              <a:path h="2986867" w="3040068">
                <a:moveTo>
                  <a:pt x="0" y="0"/>
                </a:moveTo>
                <a:lnTo>
                  <a:pt x="3040068" y="0"/>
                </a:lnTo>
                <a:lnTo>
                  <a:pt x="3040068" y="2986867"/>
                </a:lnTo>
                <a:lnTo>
                  <a:pt x="0" y="2986867"/>
                </a:lnTo>
                <a:lnTo>
                  <a:pt x="0" y="0"/>
                </a:lnTo>
                <a:close/>
              </a:path>
            </a:pathLst>
          </a:custGeom>
          <a:blipFill>
            <a:blip r:embed="rId8"/>
            <a:stretch>
              <a:fillRect l="0" t="0" r="0" b="0"/>
            </a:stretch>
          </a:blipFill>
        </p:spPr>
      </p:sp>
      <p:sp>
        <p:nvSpPr>
          <p:cNvPr name="Freeform 7" id="7"/>
          <p:cNvSpPr/>
          <p:nvPr/>
        </p:nvSpPr>
        <p:spPr>
          <a:xfrm flipH="true" flipV="false" rot="0">
            <a:off x="-235696" y="7315523"/>
            <a:ext cx="4275442" cy="3596715"/>
          </a:xfrm>
          <a:custGeom>
            <a:avLst/>
            <a:gdLst/>
            <a:ahLst/>
            <a:cxnLst/>
            <a:rect r="r" b="b" t="t" l="l"/>
            <a:pathLst>
              <a:path h="3596715" w="4275442">
                <a:moveTo>
                  <a:pt x="4275441" y="0"/>
                </a:moveTo>
                <a:lnTo>
                  <a:pt x="0" y="0"/>
                </a:lnTo>
                <a:lnTo>
                  <a:pt x="0" y="3596716"/>
                </a:lnTo>
                <a:lnTo>
                  <a:pt x="4275441" y="3596716"/>
                </a:lnTo>
                <a:lnTo>
                  <a:pt x="4275441" y="0"/>
                </a:lnTo>
                <a:close/>
              </a:path>
            </a:pathLst>
          </a:custGeom>
          <a:blipFill>
            <a:blip r:embed="rId9"/>
            <a:stretch>
              <a:fillRect l="0" t="0" r="0" b="0"/>
            </a:stretch>
          </a:blipFill>
        </p:spPr>
      </p:sp>
      <p:sp>
        <p:nvSpPr>
          <p:cNvPr name="TextBox 8" id="8"/>
          <p:cNvSpPr txBox="true"/>
          <p:nvPr/>
        </p:nvSpPr>
        <p:spPr>
          <a:xfrm rot="0">
            <a:off x="5086898" y="2404308"/>
            <a:ext cx="8114205" cy="1129332"/>
          </a:xfrm>
          <a:prstGeom prst="rect">
            <a:avLst/>
          </a:prstGeom>
        </p:spPr>
        <p:txBody>
          <a:bodyPr anchor="t" rtlCol="false" tIns="0" lIns="0" bIns="0" rIns="0">
            <a:spAutoFit/>
          </a:bodyPr>
          <a:lstStyle/>
          <a:p>
            <a:pPr algn="ctr" marL="0" indent="0" lvl="0">
              <a:lnSpc>
                <a:spcPts val="8091"/>
              </a:lnSpc>
            </a:pPr>
            <a:r>
              <a:rPr lang="en-US" b="true" sz="9300">
                <a:solidFill>
                  <a:srgbClr val="5557A8"/>
                </a:solidFill>
                <a:latin typeface="TT Masters"/>
                <a:ea typeface="TT Masters"/>
                <a:cs typeface="TT Masters"/>
                <a:sym typeface="TT Masters"/>
              </a:rPr>
              <a:t>LOVE OTHERS</a:t>
            </a:r>
          </a:p>
        </p:txBody>
      </p:sp>
      <p:grpSp>
        <p:nvGrpSpPr>
          <p:cNvPr name="Group 9" id="9"/>
          <p:cNvGrpSpPr/>
          <p:nvPr/>
        </p:nvGrpSpPr>
        <p:grpSpPr>
          <a:xfrm rot="0">
            <a:off x="6009262" y="3770617"/>
            <a:ext cx="6269476" cy="920862"/>
            <a:chOff x="0" y="0"/>
            <a:chExt cx="1651220" cy="242532"/>
          </a:xfrm>
        </p:grpSpPr>
        <p:sp>
          <p:nvSpPr>
            <p:cNvPr name="Freeform 10" id="10"/>
            <p:cNvSpPr/>
            <p:nvPr/>
          </p:nvSpPr>
          <p:spPr>
            <a:xfrm flipH="false" flipV="false" rot="0">
              <a:off x="0" y="0"/>
              <a:ext cx="1651220" cy="242532"/>
            </a:xfrm>
            <a:custGeom>
              <a:avLst/>
              <a:gdLst/>
              <a:ahLst/>
              <a:cxnLst/>
              <a:rect r="r" b="b" t="t" l="l"/>
              <a:pathLst>
                <a:path h="242532" w="1651220">
                  <a:moveTo>
                    <a:pt x="121266" y="0"/>
                  </a:moveTo>
                  <a:lnTo>
                    <a:pt x="1529954" y="0"/>
                  </a:lnTo>
                  <a:cubicBezTo>
                    <a:pt x="1596928" y="0"/>
                    <a:pt x="1651220" y="54293"/>
                    <a:pt x="1651220" y="121266"/>
                  </a:cubicBezTo>
                  <a:lnTo>
                    <a:pt x="1651220" y="121266"/>
                  </a:lnTo>
                  <a:cubicBezTo>
                    <a:pt x="1651220" y="188239"/>
                    <a:pt x="1596928" y="242532"/>
                    <a:pt x="1529954" y="242532"/>
                  </a:cubicBezTo>
                  <a:lnTo>
                    <a:pt x="121266" y="242532"/>
                  </a:lnTo>
                  <a:cubicBezTo>
                    <a:pt x="54293" y="242532"/>
                    <a:pt x="0" y="188239"/>
                    <a:pt x="0" y="121266"/>
                  </a:cubicBezTo>
                  <a:lnTo>
                    <a:pt x="0" y="121266"/>
                  </a:lnTo>
                  <a:cubicBezTo>
                    <a:pt x="0" y="54293"/>
                    <a:pt x="54293" y="0"/>
                    <a:pt x="121266" y="0"/>
                  </a:cubicBezTo>
                  <a:close/>
                </a:path>
              </a:pathLst>
            </a:custGeom>
            <a:solidFill>
              <a:srgbClr val="5557A8"/>
            </a:solidFill>
          </p:spPr>
        </p:sp>
        <p:sp>
          <p:nvSpPr>
            <p:cNvPr name="TextBox 11" id="11"/>
            <p:cNvSpPr txBox="true"/>
            <p:nvPr/>
          </p:nvSpPr>
          <p:spPr>
            <a:xfrm>
              <a:off x="0" y="-38100"/>
              <a:ext cx="1651220" cy="280632"/>
            </a:xfrm>
            <a:prstGeom prst="rect">
              <a:avLst/>
            </a:prstGeom>
          </p:spPr>
          <p:txBody>
            <a:bodyPr anchor="ctr" rtlCol="false" tIns="50800" lIns="50800" bIns="50800" rIns="50800"/>
            <a:lstStyle/>
            <a:p>
              <a:pPr algn="ctr" marL="0" indent="0" lvl="0">
                <a:lnSpc>
                  <a:spcPts val="2659"/>
                </a:lnSpc>
              </a:pPr>
            </a:p>
          </p:txBody>
        </p:sp>
      </p:grpSp>
      <p:sp>
        <p:nvSpPr>
          <p:cNvPr name="TextBox 12" id="12"/>
          <p:cNvSpPr txBox="true"/>
          <p:nvPr/>
        </p:nvSpPr>
        <p:spPr>
          <a:xfrm rot="0">
            <a:off x="6592454" y="3894442"/>
            <a:ext cx="5103092" cy="626281"/>
          </a:xfrm>
          <a:prstGeom prst="rect">
            <a:avLst/>
          </a:prstGeom>
        </p:spPr>
        <p:txBody>
          <a:bodyPr anchor="t" rtlCol="false" tIns="0" lIns="0" bIns="0" rIns="0">
            <a:spAutoFit/>
          </a:bodyPr>
          <a:lstStyle/>
          <a:p>
            <a:pPr algn="ctr" marL="0" indent="0" lvl="0">
              <a:lnSpc>
                <a:spcPts val="4988"/>
              </a:lnSpc>
            </a:pPr>
            <a:r>
              <a:rPr lang="en-US" sz="4454">
                <a:solidFill>
                  <a:srgbClr val="FFFFFF"/>
                </a:solidFill>
                <a:latin typeface="Playpen Sans"/>
                <a:ea typeface="Playpen Sans"/>
                <a:cs typeface="Playpen Sans"/>
                <a:sym typeface="Playpen Sans"/>
              </a:rPr>
              <a:t>Share with friends</a:t>
            </a:r>
          </a:p>
        </p:txBody>
      </p:sp>
      <p:grpSp>
        <p:nvGrpSpPr>
          <p:cNvPr name="Group 13" id="13"/>
          <p:cNvGrpSpPr/>
          <p:nvPr/>
        </p:nvGrpSpPr>
        <p:grpSpPr>
          <a:xfrm rot="0">
            <a:off x="6009262" y="4929604"/>
            <a:ext cx="6269476" cy="920862"/>
            <a:chOff x="0" y="0"/>
            <a:chExt cx="1651220" cy="242532"/>
          </a:xfrm>
        </p:grpSpPr>
        <p:sp>
          <p:nvSpPr>
            <p:cNvPr name="Freeform 14" id="14"/>
            <p:cNvSpPr/>
            <p:nvPr/>
          </p:nvSpPr>
          <p:spPr>
            <a:xfrm flipH="false" flipV="false" rot="0">
              <a:off x="0" y="0"/>
              <a:ext cx="1651220" cy="242532"/>
            </a:xfrm>
            <a:custGeom>
              <a:avLst/>
              <a:gdLst/>
              <a:ahLst/>
              <a:cxnLst/>
              <a:rect r="r" b="b" t="t" l="l"/>
              <a:pathLst>
                <a:path h="242532" w="1651220">
                  <a:moveTo>
                    <a:pt x="121266" y="0"/>
                  </a:moveTo>
                  <a:lnTo>
                    <a:pt x="1529954" y="0"/>
                  </a:lnTo>
                  <a:cubicBezTo>
                    <a:pt x="1596928" y="0"/>
                    <a:pt x="1651220" y="54293"/>
                    <a:pt x="1651220" y="121266"/>
                  </a:cubicBezTo>
                  <a:lnTo>
                    <a:pt x="1651220" y="121266"/>
                  </a:lnTo>
                  <a:cubicBezTo>
                    <a:pt x="1651220" y="188239"/>
                    <a:pt x="1596928" y="242532"/>
                    <a:pt x="1529954" y="242532"/>
                  </a:cubicBezTo>
                  <a:lnTo>
                    <a:pt x="121266" y="242532"/>
                  </a:lnTo>
                  <a:cubicBezTo>
                    <a:pt x="54293" y="242532"/>
                    <a:pt x="0" y="188239"/>
                    <a:pt x="0" y="121266"/>
                  </a:cubicBezTo>
                  <a:lnTo>
                    <a:pt x="0" y="121266"/>
                  </a:lnTo>
                  <a:cubicBezTo>
                    <a:pt x="0" y="54293"/>
                    <a:pt x="54293" y="0"/>
                    <a:pt x="121266" y="0"/>
                  </a:cubicBezTo>
                  <a:close/>
                </a:path>
              </a:pathLst>
            </a:custGeom>
            <a:solidFill>
              <a:srgbClr val="5557A8"/>
            </a:solidFill>
          </p:spPr>
        </p:sp>
        <p:sp>
          <p:nvSpPr>
            <p:cNvPr name="TextBox 15" id="15"/>
            <p:cNvSpPr txBox="true"/>
            <p:nvPr/>
          </p:nvSpPr>
          <p:spPr>
            <a:xfrm>
              <a:off x="0" y="-38100"/>
              <a:ext cx="1651220" cy="280632"/>
            </a:xfrm>
            <a:prstGeom prst="rect">
              <a:avLst/>
            </a:prstGeom>
          </p:spPr>
          <p:txBody>
            <a:bodyPr anchor="ctr" rtlCol="false" tIns="50800" lIns="50800" bIns="50800" rIns="50800"/>
            <a:lstStyle/>
            <a:p>
              <a:pPr algn="ctr" marL="0" indent="0" lvl="0">
                <a:lnSpc>
                  <a:spcPts val="2659"/>
                </a:lnSpc>
              </a:pPr>
            </a:p>
          </p:txBody>
        </p:sp>
      </p:grpSp>
      <p:sp>
        <p:nvSpPr>
          <p:cNvPr name="TextBox 16" id="16"/>
          <p:cNvSpPr txBox="true"/>
          <p:nvPr/>
        </p:nvSpPr>
        <p:spPr>
          <a:xfrm rot="0">
            <a:off x="6592454" y="5053429"/>
            <a:ext cx="5103092" cy="626281"/>
          </a:xfrm>
          <a:prstGeom prst="rect">
            <a:avLst/>
          </a:prstGeom>
        </p:spPr>
        <p:txBody>
          <a:bodyPr anchor="t" rtlCol="false" tIns="0" lIns="0" bIns="0" rIns="0">
            <a:spAutoFit/>
          </a:bodyPr>
          <a:lstStyle/>
          <a:p>
            <a:pPr algn="ctr" marL="0" indent="0" lvl="0">
              <a:lnSpc>
                <a:spcPts val="4988"/>
              </a:lnSpc>
            </a:pPr>
            <a:r>
              <a:rPr lang="en-US" sz="4454">
                <a:solidFill>
                  <a:srgbClr val="FFFFFF"/>
                </a:solidFill>
                <a:latin typeface="Playpen Sans"/>
                <a:ea typeface="Playpen Sans"/>
                <a:cs typeface="Playpen Sans"/>
                <a:sym typeface="Playpen Sans"/>
              </a:rPr>
              <a:t>Be kind to family</a:t>
            </a:r>
          </a:p>
        </p:txBody>
      </p:sp>
      <p:grpSp>
        <p:nvGrpSpPr>
          <p:cNvPr name="Group 17" id="17"/>
          <p:cNvGrpSpPr/>
          <p:nvPr/>
        </p:nvGrpSpPr>
        <p:grpSpPr>
          <a:xfrm rot="0">
            <a:off x="6009262" y="6088592"/>
            <a:ext cx="6269476" cy="920862"/>
            <a:chOff x="0" y="0"/>
            <a:chExt cx="1651220" cy="242532"/>
          </a:xfrm>
        </p:grpSpPr>
        <p:sp>
          <p:nvSpPr>
            <p:cNvPr name="Freeform 18" id="18"/>
            <p:cNvSpPr/>
            <p:nvPr/>
          </p:nvSpPr>
          <p:spPr>
            <a:xfrm flipH="false" flipV="false" rot="0">
              <a:off x="0" y="0"/>
              <a:ext cx="1651220" cy="242532"/>
            </a:xfrm>
            <a:custGeom>
              <a:avLst/>
              <a:gdLst/>
              <a:ahLst/>
              <a:cxnLst/>
              <a:rect r="r" b="b" t="t" l="l"/>
              <a:pathLst>
                <a:path h="242532" w="1651220">
                  <a:moveTo>
                    <a:pt x="121266" y="0"/>
                  </a:moveTo>
                  <a:lnTo>
                    <a:pt x="1529954" y="0"/>
                  </a:lnTo>
                  <a:cubicBezTo>
                    <a:pt x="1596928" y="0"/>
                    <a:pt x="1651220" y="54293"/>
                    <a:pt x="1651220" y="121266"/>
                  </a:cubicBezTo>
                  <a:lnTo>
                    <a:pt x="1651220" y="121266"/>
                  </a:lnTo>
                  <a:cubicBezTo>
                    <a:pt x="1651220" y="188239"/>
                    <a:pt x="1596928" y="242532"/>
                    <a:pt x="1529954" y="242532"/>
                  </a:cubicBezTo>
                  <a:lnTo>
                    <a:pt x="121266" y="242532"/>
                  </a:lnTo>
                  <a:cubicBezTo>
                    <a:pt x="54293" y="242532"/>
                    <a:pt x="0" y="188239"/>
                    <a:pt x="0" y="121266"/>
                  </a:cubicBezTo>
                  <a:lnTo>
                    <a:pt x="0" y="121266"/>
                  </a:lnTo>
                  <a:cubicBezTo>
                    <a:pt x="0" y="54293"/>
                    <a:pt x="54293" y="0"/>
                    <a:pt x="121266" y="0"/>
                  </a:cubicBezTo>
                  <a:close/>
                </a:path>
              </a:pathLst>
            </a:custGeom>
            <a:solidFill>
              <a:srgbClr val="5557A8"/>
            </a:solidFill>
          </p:spPr>
        </p:sp>
        <p:sp>
          <p:nvSpPr>
            <p:cNvPr name="TextBox 19" id="19"/>
            <p:cNvSpPr txBox="true"/>
            <p:nvPr/>
          </p:nvSpPr>
          <p:spPr>
            <a:xfrm>
              <a:off x="0" y="-38100"/>
              <a:ext cx="1651220" cy="280632"/>
            </a:xfrm>
            <a:prstGeom prst="rect">
              <a:avLst/>
            </a:prstGeom>
          </p:spPr>
          <p:txBody>
            <a:bodyPr anchor="ctr" rtlCol="false" tIns="50800" lIns="50800" bIns="50800" rIns="50800"/>
            <a:lstStyle/>
            <a:p>
              <a:pPr algn="ctr" marL="0" indent="0" lvl="0">
                <a:lnSpc>
                  <a:spcPts val="2659"/>
                </a:lnSpc>
              </a:pPr>
            </a:p>
          </p:txBody>
        </p:sp>
      </p:grpSp>
      <p:sp>
        <p:nvSpPr>
          <p:cNvPr name="TextBox 20" id="20"/>
          <p:cNvSpPr txBox="true"/>
          <p:nvPr/>
        </p:nvSpPr>
        <p:spPr>
          <a:xfrm rot="0">
            <a:off x="6592454" y="6212417"/>
            <a:ext cx="5103092" cy="626281"/>
          </a:xfrm>
          <a:prstGeom prst="rect">
            <a:avLst/>
          </a:prstGeom>
        </p:spPr>
        <p:txBody>
          <a:bodyPr anchor="t" rtlCol="false" tIns="0" lIns="0" bIns="0" rIns="0">
            <a:spAutoFit/>
          </a:bodyPr>
          <a:lstStyle/>
          <a:p>
            <a:pPr algn="ctr" marL="0" indent="0" lvl="0">
              <a:lnSpc>
                <a:spcPts val="4988"/>
              </a:lnSpc>
            </a:pPr>
            <a:r>
              <a:rPr lang="en-US" sz="4454">
                <a:solidFill>
                  <a:srgbClr val="FFFFFF"/>
                </a:solidFill>
                <a:latin typeface="Playpen Sans"/>
                <a:ea typeface="Playpen Sans"/>
                <a:cs typeface="Playpen Sans"/>
                <a:sym typeface="Playpen Sans"/>
              </a:rPr>
              <a:t>Help someone sad</a:t>
            </a:r>
          </a:p>
        </p:txBody>
      </p:sp>
      <p:grpSp>
        <p:nvGrpSpPr>
          <p:cNvPr name="Group 21" id="21"/>
          <p:cNvGrpSpPr/>
          <p:nvPr/>
        </p:nvGrpSpPr>
        <p:grpSpPr>
          <a:xfrm rot="0">
            <a:off x="6009262" y="7247579"/>
            <a:ext cx="6269476" cy="920862"/>
            <a:chOff x="0" y="0"/>
            <a:chExt cx="1651220" cy="242532"/>
          </a:xfrm>
        </p:grpSpPr>
        <p:sp>
          <p:nvSpPr>
            <p:cNvPr name="Freeform 22" id="22"/>
            <p:cNvSpPr/>
            <p:nvPr/>
          </p:nvSpPr>
          <p:spPr>
            <a:xfrm flipH="false" flipV="false" rot="0">
              <a:off x="0" y="0"/>
              <a:ext cx="1651220" cy="242532"/>
            </a:xfrm>
            <a:custGeom>
              <a:avLst/>
              <a:gdLst/>
              <a:ahLst/>
              <a:cxnLst/>
              <a:rect r="r" b="b" t="t" l="l"/>
              <a:pathLst>
                <a:path h="242532" w="1651220">
                  <a:moveTo>
                    <a:pt x="121266" y="0"/>
                  </a:moveTo>
                  <a:lnTo>
                    <a:pt x="1529954" y="0"/>
                  </a:lnTo>
                  <a:cubicBezTo>
                    <a:pt x="1596928" y="0"/>
                    <a:pt x="1651220" y="54293"/>
                    <a:pt x="1651220" y="121266"/>
                  </a:cubicBezTo>
                  <a:lnTo>
                    <a:pt x="1651220" y="121266"/>
                  </a:lnTo>
                  <a:cubicBezTo>
                    <a:pt x="1651220" y="188239"/>
                    <a:pt x="1596928" y="242532"/>
                    <a:pt x="1529954" y="242532"/>
                  </a:cubicBezTo>
                  <a:lnTo>
                    <a:pt x="121266" y="242532"/>
                  </a:lnTo>
                  <a:cubicBezTo>
                    <a:pt x="54293" y="242532"/>
                    <a:pt x="0" y="188239"/>
                    <a:pt x="0" y="121266"/>
                  </a:cubicBezTo>
                  <a:lnTo>
                    <a:pt x="0" y="121266"/>
                  </a:lnTo>
                  <a:cubicBezTo>
                    <a:pt x="0" y="54293"/>
                    <a:pt x="54293" y="0"/>
                    <a:pt x="121266" y="0"/>
                  </a:cubicBezTo>
                  <a:close/>
                </a:path>
              </a:pathLst>
            </a:custGeom>
            <a:solidFill>
              <a:srgbClr val="5557A8"/>
            </a:solidFill>
          </p:spPr>
        </p:sp>
        <p:sp>
          <p:nvSpPr>
            <p:cNvPr name="TextBox 23" id="23"/>
            <p:cNvSpPr txBox="true"/>
            <p:nvPr/>
          </p:nvSpPr>
          <p:spPr>
            <a:xfrm>
              <a:off x="0" y="-38100"/>
              <a:ext cx="1651220" cy="280632"/>
            </a:xfrm>
            <a:prstGeom prst="rect">
              <a:avLst/>
            </a:prstGeom>
          </p:spPr>
          <p:txBody>
            <a:bodyPr anchor="ctr" rtlCol="false" tIns="50800" lIns="50800" bIns="50800" rIns="50800"/>
            <a:lstStyle/>
            <a:p>
              <a:pPr algn="ctr" marL="0" indent="0" lvl="0">
                <a:lnSpc>
                  <a:spcPts val="2659"/>
                </a:lnSpc>
              </a:pPr>
            </a:p>
          </p:txBody>
        </p:sp>
      </p:grpSp>
      <p:sp>
        <p:nvSpPr>
          <p:cNvPr name="TextBox 24" id="24"/>
          <p:cNvSpPr txBox="true"/>
          <p:nvPr/>
        </p:nvSpPr>
        <p:spPr>
          <a:xfrm rot="0">
            <a:off x="6592454" y="7371404"/>
            <a:ext cx="5103092" cy="626281"/>
          </a:xfrm>
          <a:prstGeom prst="rect">
            <a:avLst/>
          </a:prstGeom>
        </p:spPr>
        <p:txBody>
          <a:bodyPr anchor="t" rtlCol="false" tIns="0" lIns="0" bIns="0" rIns="0">
            <a:spAutoFit/>
          </a:bodyPr>
          <a:lstStyle/>
          <a:p>
            <a:pPr algn="ctr" marL="0" indent="0" lvl="0">
              <a:lnSpc>
                <a:spcPts val="4988"/>
              </a:lnSpc>
            </a:pPr>
            <a:r>
              <a:rPr lang="en-US" sz="4454">
                <a:solidFill>
                  <a:srgbClr val="FFFFFF"/>
                </a:solidFill>
                <a:latin typeface="Playpen Sans"/>
                <a:ea typeface="Playpen Sans"/>
                <a:cs typeface="Playpen Sans"/>
                <a:sym typeface="Playpen Sans"/>
              </a:rPr>
              <a:t>Say a kind word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66763" y="5143500"/>
            <a:ext cx="4266408" cy="5426274"/>
          </a:xfrm>
          <a:custGeom>
            <a:avLst/>
            <a:gdLst/>
            <a:ahLst/>
            <a:cxnLst/>
            <a:rect r="r" b="b" t="t" l="l"/>
            <a:pathLst>
              <a:path h="5426274" w="4266408">
                <a:moveTo>
                  <a:pt x="0" y="0"/>
                </a:moveTo>
                <a:lnTo>
                  <a:pt x="4266408" y="0"/>
                </a:lnTo>
                <a:lnTo>
                  <a:pt x="4266408" y="5426274"/>
                </a:lnTo>
                <a:lnTo>
                  <a:pt x="0" y="5426274"/>
                </a:lnTo>
                <a:lnTo>
                  <a:pt x="0" y="0"/>
                </a:lnTo>
                <a:close/>
              </a:path>
            </a:pathLst>
          </a:custGeom>
          <a:blipFill>
            <a:blip r:embed="rId6"/>
            <a:stretch>
              <a:fillRect l="0" t="0" r="0" b="0"/>
            </a:stretch>
          </a:blipFill>
        </p:spPr>
      </p:sp>
      <p:sp>
        <p:nvSpPr>
          <p:cNvPr name="Freeform 5" id="5"/>
          <p:cNvSpPr/>
          <p:nvPr/>
        </p:nvSpPr>
        <p:spPr>
          <a:xfrm flipH="false" flipV="false" rot="229484">
            <a:off x="1001577" y="839634"/>
            <a:ext cx="3029588" cy="2457753"/>
          </a:xfrm>
          <a:custGeom>
            <a:avLst/>
            <a:gdLst/>
            <a:ahLst/>
            <a:cxnLst/>
            <a:rect r="r" b="b" t="t" l="l"/>
            <a:pathLst>
              <a:path h="2457753" w="3029588">
                <a:moveTo>
                  <a:pt x="0" y="0"/>
                </a:moveTo>
                <a:lnTo>
                  <a:pt x="3029588" y="0"/>
                </a:lnTo>
                <a:lnTo>
                  <a:pt x="3029588" y="2457753"/>
                </a:lnTo>
                <a:lnTo>
                  <a:pt x="0" y="2457753"/>
                </a:lnTo>
                <a:lnTo>
                  <a:pt x="0" y="0"/>
                </a:lnTo>
                <a:close/>
              </a:path>
            </a:pathLst>
          </a:custGeom>
          <a:blipFill>
            <a:blip r:embed="rId7"/>
            <a:stretch>
              <a:fillRect l="0" t="0" r="0" b="0"/>
            </a:stretch>
          </a:blipFill>
        </p:spPr>
      </p:sp>
      <p:sp>
        <p:nvSpPr>
          <p:cNvPr name="Freeform 6" id="6"/>
          <p:cNvSpPr/>
          <p:nvPr/>
        </p:nvSpPr>
        <p:spPr>
          <a:xfrm flipH="false" flipV="false" rot="0">
            <a:off x="14182177" y="575077"/>
            <a:ext cx="3040068" cy="2986867"/>
          </a:xfrm>
          <a:custGeom>
            <a:avLst/>
            <a:gdLst/>
            <a:ahLst/>
            <a:cxnLst/>
            <a:rect r="r" b="b" t="t" l="l"/>
            <a:pathLst>
              <a:path h="2986867" w="3040068">
                <a:moveTo>
                  <a:pt x="0" y="0"/>
                </a:moveTo>
                <a:lnTo>
                  <a:pt x="3040068" y="0"/>
                </a:lnTo>
                <a:lnTo>
                  <a:pt x="3040068" y="2986867"/>
                </a:lnTo>
                <a:lnTo>
                  <a:pt x="0" y="2986867"/>
                </a:lnTo>
                <a:lnTo>
                  <a:pt x="0" y="0"/>
                </a:lnTo>
                <a:close/>
              </a:path>
            </a:pathLst>
          </a:custGeom>
          <a:blipFill>
            <a:blip r:embed="rId8"/>
            <a:stretch>
              <a:fillRect l="0" t="0" r="0" b="0"/>
            </a:stretch>
          </a:blipFill>
        </p:spPr>
      </p:sp>
      <p:sp>
        <p:nvSpPr>
          <p:cNvPr name="Freeform 7" id="7"/>
          <p:cNvSpPr/>
          <p:nvPr/>
        </p:nvSpPr>
        <p:spPr>
          <a:xfrm flipH="true" flipV="false" rot="0">
            <a:off x="-235696" y="7315523"/>
            <a:ext cx="4275442" cy="3596715"/>
          </a:xfrm>
          <a:custGeom>
            <a:avLst/>
            <a:gdLst/>
            <a:ahLst/>
            <a:cxnLst/>
            <a:rect r="r" b="b" t="t" l="l"/>
            <a:pathLst>
              <a:path h="3596715" w="4275442">
                <a:moveTo>
                  <a:pt x="4275441" y="0"/>
                </a:moveTo>
                <a:lnTo>
                  <a:pt x="0" y="0"/>
                </a:lnTo>
                <a:lnTo>
                  <a:pt x="0" y="3596716"/>
                </a:lnTo>
                <a:lnTo>
                  <a:pt x="4275441" y="3596716"/>
                </a:lnTo>
                <a:lnTo>
                  <a:pt x="4275441" y="0"/>
                </a:lnTo>
                <a:close/>
              </a:path>
            </a:pathLst>
          </a:custGeom>
          <a:blipFill>
            <a:blip r:embed="rId9"/>
            <a:stretch>
              <a:fillRect l="0" t="0" r="0" b="0"/>
            </a:stretch>
          </a:blipFill>
        </p:spPr>
      </p:sp>
      <p:sp>
        <p:nvSpPr>
          <p:cNvPr name="TextBox 8" id="8"/>
          <p:cNvSpPr txBox="true"/>
          <p:nvPr/>
        </p:nvSpPr>
        <p:spPr>
          <a:xfrm rot="0">
            <a:off x="5086898" y="2732504"/>
            <a:ext cx="8114205" cy="658668"/>
          </a:xfrm>
          <a:prstGeom prst="rect">
            <a:avLst/>
          </a:prstGeom>
        </p:spPr>
        <p:txBody>
          <a:bodyPr anchor="t" rtlCol="false" tIns="0" lIns="0" bIns="0" rIns="0">
            <a:spAutoFit/>
          </a:bodyPr>
          <a:lstStyle/>
          <a:p>
            <a:pPr algn="ctr" marL="0" indent="0" lvl="0">
              <a:lnSpc>
                <a:spcPts val="4700"/>
              </a:lnSpc>
            </a:pPr>
            <a:r>
              <a:rPr lang="en-US" b="true" sz="5403">
                <a:solidFill>
                  <a:srgbClr val="5557A8"/>
                </a:solidFill>
                <a:latin typeface="TT Masters"/>
                <a:ea typeface="TT Masters"/>
                <a:cs typeface="TT Masters"/>
                <a:sym typeface="TT Masters"/>
              </a:rPr>
              <a:t>HEART DRAWING ACTIVITY</a:t>
            </a:r>
          </a:p>
        </p:txBody>
      </p:sp>
      <p:sp>
        <p:nvSpPr>
          <p:cNvPr name="TextBox 9" id="9"/>
          <p:cNvSpPr txBox="true"/>
          <p:nvPr/>
        </p:nvSpPr>
        <p:spPr>
          <a:xfrm rot="0">
            <a:off x="5425769" y="4185693"/>
            <a:ext cx="3437326" cy="2473705"/>
          </a:xfrm>
          <a:prstGeom prst="rect">
            <a:avLst/>
          </a:prstGeom>
        </p:spPr>
        <p:txBody>
          <a:bodyPr anchor="t" rtlCol="false" tIns="0" lIns="0" bIns="0" rIns="0">
            <a:spAutoFit/>
          </a:bodyPr>
          <a:lstStyle/>
          <a:p>
            <a:pPr algn="l" marL="0" indent="0" lvl="0">
              <a:lnSpc>
                <a:spcPts val="2841"/>
              </a:lnSpc>
            </a:pPr>
            <a:r>
              <a:rPr lang="en-US" sz="2537">
                <a:solidFill>
                  <a:srgbClr val="5557A8"/>
                </a:solidFill>
                <a:latin typeface="Playpen Sans"/>
                <a:ea typeface="Playpen Sans"/>
                <a:cs typeface="Playpen Sans"/>
                <a:sym typeface="Playpen Sans"/>
              </a:rPr>
              <a:t>Draw a big heart in the middle of your paper. Inside the heart, draw Jesus. He lives in your heart after Communion!</a:t>
            </a:r>
          </a:p>
        </p:txBody>
      </p:sp>
      <p:sp>
        <p:nvSpPr>
          <p:cNvPr name="TextBox 10" id="10"/>
          <p:cNvSpPr txBox="true"/>
          <p:nvPr/>
        </p:nvSpPr>
        <p:spPr>
          <a:xfrm rot="0">
            <a:off x="3802141" y="4338579"/>
            <a:ext cx="1623628" cy="658668"/>
          </a:xfrm>
          <a:prstGeom prst="rect">
            <a:avLst/>
          </a:prstGeom>
        </p:spPr>
        <p:txBody>
          <a:bodyPr anchor="t" rtlCol="false" tIns="0" lIns="0" bIns="0" rIns="0">
            <a:spAutoFit/>
          </a:bodyPr>
          <a:lstStyle/>
          <a:p>
            <a:pPr algn="ctr" marL="0" indent="0" lvl="0">
              <a:lnSpc>
                <a:spcPts val="4700"/>
              </a:lnSpc>
            </a:pPr>
          </a:p>
        </p:txBody>
      </p:sp>
      <p:sp>
        <p:nvSpPr>
          <p:cNvPr name="TextBox 11" id="11"/>
          <p:cNvSpPr txBox="true"/>
          <p:nvPr/>
        </p:nvSpPr>
        <p:spPr>
          <a:xfrm rot="0">
            <a:off x="11048533" y="4185693"/>
            <a:ext cx="3437326" cy="2121280"/>
          </a:xfrm>
          <a:prstGeom prst="rect">
            <a:avLst/>
          </a:prstGeom>
        </p:spPr>
        <p:txBody>
          <a:bodyPr anchor="t" rtlCol="false" tIns="0" lIns="0" bIns="0" rIns="0">
            <a:spAutoFit/>
          </a:bodyPr>
          <a:lstStyle/>
          <a:p>
            <a:pPr algn="l" marL="0" indent="0" lvl="0">
              <a:lnSpc>
                <a:spcPts val="2841"/>
              </a:lnSpc>
            </a:pPr>
            <a:r>
              <a:rPr lang="en-US" sz="2537">
                <a:solidFill>
                  <a:srgbClr val="5557A8"/>
                </a:solidFill>
                <a:latin typeface="Playpen Sans"/>
                <a:ea typeface="Playpen Sans"/>
                <a:cs typeface="Playpen Sans"/>
                <a:sym typeface="Playpen Sans"/>
              </a:rPr>
              <a:t>Around the heart, draw the people you will share His love with — your family, friends, and classmates!</a:t>
            </a:r>
          </a:p>
        </p:txBody>
      </p:sp>
      <p:sp>
        <p:nvSpPr>
          <p:cNvPr name="TextBox 12" id="12"/>
          <p:cNvSpPr txBox="true"/>
          <p:nvPr/>
        </p:nvSpPr>
        <p:spPr>
          <a:xfrm rot="0">
            <a:off x="9424905" y="4338579"/>
            <a:ext cx="1623628" cy="658668"/>
          </a:xfrm>
          <a:prstGeom prst="rect">
            <a:avLst/>
          </a:prstGeom>
        </p:spPr>
        <p:txBody>
          <a:bodyPr anchor="t" rtlCol="false" tIns="0" lIns="0" bIns="0" rIns="0">
            <a:spAutoFit/>
          </a:bodyPr>
          <a:lstStyle/>
          <a:p>
            <a:pPr algn="ctr" marL="0" indent="0" lvl="0">
              <a:lnSpc>
                <a:spcPts val="4700"/>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14766763" y="5143500"/>
            <a:ext cx="4266408" cy="5426274"/>
          </a:xfrm>
          <a:custGeom>
            <a:avLst/>
            <a:gdLst/>
            <a:ahLst/>
            <a:cxnLst/>
            <a:rect r="r" b="b" t="t" l="l"/>
            <a:pathLst>
              <a:path h="5426274" w="4266408">
                <a:moveTo>
                  <a:pt x="0" y="0"/>
                </a:moveTo>
                <a:lnTo>
                  <a:pt x="4266408" y="0"/>
                </a:lnTo>
                <a:lnTo>
                  <a:pt x="4266408" y="5426274"/>
                </a:lnTo>
                <a:lnTo>
                  <a:pt x="0" y="5426274"/>
                </a:lnTo>
                <a:lnTo>
                  <a:pt x="0" y="0"/>
                </a:lnTo>
                <a:close/>
              </a:path>
            </a:pathLst>
          </a:custGeom>
          <a:blipFill>
            <a:blip r:embed="rId6"/>
            <a:stretch>
              <a:fillRect l="0" t="0" r="0" b="0"/>
            </a:stretch>
          </a:blipFill>
        </p:spPr>
      </p:sp>
      <p:sp>
        <p:nvSpPr>
          <p:cNvPr name="Freeform 5" id="5"/>
          <p:cNvSpPr/>
          <p:nvPr/>
        </p:nvSpPr>
        <p:spPr>
          <a:xfrm flipH="false" flipV="false" rot="229484">
            <a:off x="1001577" y="839634"/>
            <a:ext cx="3029588" cy="2457753"/>
          </a:xfrm>
          <a:custGeom>
            <a:avLst/>
            <a:gdLst/>
            <a:ahLst/>
            <a:cxnLst/>
            <a:rect r="r" b="b" t="t" l="l"/>
            <a:pathLst>
              <a:path h="2457753" w="3029588">
                <a:moveTo>
                  <a:pt x="0" y="0"/>
                </a:moveTo>
                <a:lnTo>
                  <a:pt x="3029588" y="0"/>
                </a:lnTo>
                <a:lnTo>
                  <a:pt x="3029588" y="2457753"/>
                </a:lnTo>
                <a:lnTo>
                  <a:pt x="0" y="2457753"/>
                </a:lnTo>
                <a:lnTo>
                  <a:pt x="0" y="0"/>
                </a:lnTo>
                <a:close/>
              </a:path>
            </a:pathLst>
          </a:custGeom>
          <a:blipFill>
            <a:blip r:embed="rId7"/>
            <a:stretch>
              <a:fillRect l="0" t="0" r="0" b="0"/>
            </a:stretch>
          </a:blipFill>
        </p:spPr>
      </p:sp>
      <p:sp>
        <p:nvSpPr>
          <p:cNvPr name="Freeform 6" id="6"/>
          <p:cNvSpPr/>
          <p:nvPr/>
        </p:nvSpPr>
        <p:spPr>
          <a:xfrm flipH="false" flipV="false" rot="0">
            <a:off x="14182177" y="575077"/>
            <a:ext cx="3040068" cy="2986867"/>
          </a:xfrm>
          <a:custGeom>
            <a:avLst/>
            <a:gdLst/>
            <a:ahLst/>
            <a:cxnLst/>
            <a:rect r="r" b="b" t="t" l="l"/>
            <a:pathLst>
              <a:path h="2986867" w="3040068">
                <a:moveTo>
                  <a:pt x="0" y="0"/>
                </a:moveTo>
                <a:lnTo>
                  <a:pt x="3040068" y="0"/>
                </a:lnTo>
                <a:lnTo>
                  <a:pt x="3040068" y="2986867"/>
                </a:lnTo>
                <a:lnTo>
                  <a:pt x="0" y="2986867"/>
                </a:lnTo>
                <a:lnTo>
                  <a:pt x="0" y="0"/>
                </a:lnTo>
                <a:close/>
              </a:path>
            </a:pathLst>
          </a:custGeom>
          <a:blipFill>
            <a:blip r:embed="rId8"/>
            <a:stretch>
              <a:fillRect l="0" t="0" r="0" b="0"/>
            </a:stretch>
          </a:blipFill>
        </p:spPr>
      </p:sp>
      <p:sp>
        <p:nvSpPr>
          <p:cNvPr name="Freeform 7" id="7"/>
          <p:cNvSpPr/>
          <p:nvPr/>
        </p:nvSpPr>
        <p:spPr>
          <a:xfrm flipH="true" flipV="false" rot="0">
            <a:off x="-235696" y="7315523"/>
            <a:ext cx="4275442" cy="3596715"/>
          </a:xfrm>
          <a:custGeom>
            <a:avLst/>
            <a:gdLst/>
            <a:ahLst/>
            <a:cxnLst/>
            <a:rect r="r" b="b" t="t" l="l"/>
            <a:pathLst>
              <a:path h="3596715" w="4275442">
                <a:moveTo>
                  <a:pt x="4275441" y="0"/>
                </a:moveTo>
                <a:lnTo>
                  <a:pt x="0" y="0"/>
                </a:lnTo>
                <a:lnTo>
                  <a:pt x="0" y="3596716"/>
                </a:lnTo>
                <a:lnTo>
                  <a:pt x="4275441" y="3596716"/>
                </a:lnTo>
                <a:lnTo>
                  <a:pt x="4275441" y="0"/>
                </a:lnTo>
                <a:close/>
              </a:path>
            </a:pathLst>
          </a:custGeom>
          <a:blipFill>
            <a:blip r:embed="rId9"/>
            <a:stretch>
              <a:fillRect l="0" t="0" r="0" b="0"/>
            </a:stretch>
          </a:blipFill>
        </p:spPr>
      </p:sp>
      <p:sp>
        <p:nvSpPr>
          <p:cNvPr name="TextBox 8" id="8"/>
          <p:cNvSpPr txBox="true"/>
          <p:nvPr/>
        </p:nvSpPr>
        <p:spPr>
          <a:xfrm rot="0">
            <a:off x="4840139" y="2616376"/>
            <a:ext cx="8607723" cy="2142671"/>
          </a:xfrm>
          <a:prstGeom prst="rect">
            <a:avLst/>
          </a:prstGeom>
        </p:spPr>
        <p:txBody>
          <a:bodyPr anchor="t" rtlCol="false" tIns="0" lIns="0" bIns="0" rIns="0">
            <a:spAutoFit/>
          </a:bodyPr>
          <a:lstStyle/>
          <a:p>
            <a:pPr algn="ctr" marL="0" indent="0" lvl="0">
              <a:lnSpc>
                <a:spcPts val="8097"/>
              </a:lnSpc>
            </a:pPr>
            <a:r>
              <a:rPr lang="en-US" b="true" sz="9307">
                <a:solidFill>
                  <a:srgbClr val="5557A8"/>
                </a:solidFill>
                <a:latin typeface="TT Masters"/>
                <a:ea typeface="TT Masters"/>
                <a:cs typeface="TT Masters"/>
                <a:sym typeface="TT Masters"/>
              </a:rPr>
              <a:t>A PRAYER</a:t>
            </a:r>
          </a:p>
          <a:p>
            <a:pPr algn="ctr" marL="0" indent="0" lvl="0">
              <a:lnSpc>
                <a:spcPts val="8097"/>
              </a:lnSpc>
            </a:pPr>
            <a:r>
              <a:rPr lang="en-US" b="true" sz="9307">
                <a:solidFill>
                  <a:srgbClr val="5557A8"/>
                </a:solidFill>
                <a:latin typeface="TT Masters"/>
                <a:ea typeface="TT Masters"/>
                <a:cs typeface="TT Masters"/>
                <a:sym typeface="TT Masters"/>
              </a:rPr>
              <a:t>TO JESUS</a:t>
            </a:r>
          </a:p>
        </p:txBody>
      </p:sp>
      <p:sp>
        <p:nvSpPr>
          <p:cNvPr name="TextBox 9" id="9"/>
          <p:cNvSpPr txBox="true"/>
          <p:nvPr/>
        </p:nvSpPr>
        <p:spPr>
          <a:xfrm rot="0">
            <a:off x="4542822" y="4778046"/>
            <a:ext cx="9202357" cy="2473705"/>
          </a:xfrm>
          <a:prstGeom prst="rect">
            <a:avLst/>
          </a:prstGeom>
        </p:spPr>
        <p:txBody>
          <a:bodyPr anchor="t" rtlCol="false" tIns="0" lIns="0" bIns="0" rIns="0">
            <a:spAutoFit/>
          </a:bodyPr>
          <a:lstStyle/>
          <a:p>
            <a:pPr algn="ctr" marL="0" indent="0" lvl="0">
              <a:lnSpc>
                <a:spcPts val="2841"/>
              </a:lnSpc>
            </a:pPr>
            <a:r>
              <a:rPr lang="en-US" sz="2537">
                <a:solidFill>
                  <a:srgbClr val="5557A8"/>
                </a:solidFill>
                <a:latin typeface="Playpen Sans"/>
                <a:ea typeface="Playpen Sans"/>
                <a:cs typeface="Playpen Sans"/>
                <a:sym typeface="Playpen Sans"/>
              </a:rPr>
              <a:t>Dear Jesus,</a:t>
            </a:r>
          </a:p>
          <a:p>
            <a:pPr algn="ctr" marL="0" indent="0" lvl="0">
              <a:lnSpc>
                <a:spcPts val="2841"/>
              </a:lnSpc>
            </a:pPr>
            <a:r>
              <a:rPr lang="en-US" sz="2537">
                <a:solidFill>
                  <a:srgbClr val="5557A8"/>
                </a:solidFill>
                <a:latin typeface="Playpen Sans"/>
                <a:ea typeface="Playpen Sans"/>
                <a:cs typeface="Playpen Sans"/>
                <a:sym typeface="Playpen Sans"/>
              </a:rPr>
              <a:t>Thank you for coming into my heart today. You are so good and I am so happy you are with me.</a:t>
            </a:r>
          </a:p>
          <a:p>
            <a:pPr algn="ctr" marL="0" indent="0" lvl="0">
              <a:lnSpc>
                <a:spcPts val="2841"/>
              </a:lnSpc>
            </a:pPr>
            <a:r>
              <a:rPr lang="en-US" sz="2537">
                <a:solidFill>
                  <a:srgbClr val="5557A8"/>
                </a:solidFill>
                <a:latin typeface="Playpen Sans"/>
                <a:ea typeface="Playpen Sans"/>
                <a:cs typeface="Playpen Sans"/>
                <a:sym typeface="Playpen Sans"/>
              </a:rPr>
              <a:t>Please stay with me always. Help me to be kind, to share, and to love others the way you love me.</a:t>
            </a:r>
          </a:p>
          <a:p>
            <a:pPr algn="ctr" marL="0" indent="0" lvl="0">
              <a:lnSpc>
                <a:spcPts val="2841"/>
              </a:lnSpc>
            </a:pPr>
            <a:r>
              <a:rPr lang="en-US" sz="2537">
                <a:solidFill>
                  <a:srgbClr val="5557A8"/>
                </a:solidFill>
                <a:latin typeface="Playpen Sans"/>
                <a:ea typeface="Playpen Sans"/>
                <a:cs typeface="Playpen Sans"/>
                <a:sym typeface="Playpen Sans"/>
              </a:rPr>
              <a:t>I want to carry you in my heart everywhere I go.</a:t>
            </a:r>
          </a:p>
          <a:p>
            <a:pPr algn="ctr" marL="0" indent="0" lvl="0">
              <a:lnSpc>
                <a:spcPts val="2841"/>
              </a:lnSpc>
            </a:pPr>
            <a:r>
              <a:rPr lang="en-US" sz="2537">
                <a:solidFill>
                  <a:srgbClr val="5557A8"/>
                </a:solidFill>
                <a:latin typeface="Playpen Sans"/>
                <a:ea typeface="Playpen Sans"/>
                <a:cs typeface="Playpen Sans"/>
                <a:sym typeface="Playpen Sans"/>
              </a:rPr>
              <a:t>Amen.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A698CD"/>
        </a:solidFill>
      </p:bgPr>
    </p:bg>
    <p:spTree>
      <p:nvGrpSpPr>
        <p:cNvPr id="1" name=""/>
        <p:cNvGrpSpPr/>
        <p:nvPr/>
      </p:nvGrpSpPr>
      <p:grpSpPr>
        <a:xfrm>
          <a:off x="0" y="0"/>
          <a:ext cx="0" cy="0"/>
          <a:chOff x="0" y="0"/>
          <a:chExt cx="0" cy="0"/>
        </a:xfrm>
      </p:grpSpPr>
      <p:sp>
        <p:nvSpPr>
          <p:cNvPr name="Freeform 2" id="2"/>
          <p:cNvSpPr/>
          <p:nvPr/>
        </p:nvSpPr>
        <p:spPr>
          <a:xfrm flipH="false" flipV="false" rot="0">
            <a:off x="-478689" y="-262701"/>
            <a:ext cx="19245377" cy="10812403"/>
          </a:xfrm>
          <a:custGeom>
            <a:avLst/>
            <a:gdLst/>
            <a:ahLst/>
            <a:cxnLst/>
            <a:rect r="r" b="b" t="t" l="l"/>
            <a:pathLst>
              <a:path h="10812403" w="19245377">
                <a:moveTo>
                  <a:pt x="0" y="0"/>
                </a:moveTo>
                <a:lnTo>
                  <a:pt x="19245378" y="0"/>
                </a:lnTo>
                <a:lnTo>
                  <a:pt x="19245378" y="10812402"/>
                </a:lnTo>
                <a:lnTo>
                  <a:pt x="0" y="1081240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905981" y="347147"/>
            <a:ext cx="14476039" cy="9592705"/>
          </a:xfrm>
          <a:custGeom>
            <a:avLst/>
            <a:gdLst/>
            <a:ahLst/>
            <a:cxnLst/>
            <a:rect r="r" b="b" t="t" l="l"/>
            <a:pathLst>
              <a:path h="9592705" w="14476039">
                <a:moveTo>
                  <a:pt x="0" y="0"/>
                </a:moveTo>
                <a:lnTo>
                  <a:pt x="14476038" y="0"/>
                </a:lnTo>
                <a:lnTo>
                  <a:pt x="14476038" y="9592706"/>
                </a:lnTo>
                <a:lnTo>
                  <a:pt x="0" y="959270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247270">
            <a:off x="482505" y="7331109"/>
            <a:ext cx="4029104" cy="2457753"/>
          </a:xfrm>
          <a:custGeom>
            <a:avLst/>
            <a:gdLst/>
            <a:ahLst/>
            <a:cxnLst/>
            <a:rect r="r" b="b" t="t" l="l"/>
            <a:pathLst>
              <a:path h="2457753" w="4029104">
                <a:moveTo>
                  <a:pt x="4029104" y="0"/>
                </a:moveTo>
                <a:lnTo>
                  <a:pt x="0" y="0"/>
                </a:lnTo>
                <a:lnTo>
                  <a:pt x="0" y="2457754"/>
                </a:lnTo>
                <a:lnTo>
                  <a:pt x="4029104" y="2457754"/>
                </a:lnTo>
                <a:lnTo>
                  <a:pt x="4029104" y="0"/>
                </a:lnTo>
                <a:close/>
              </a:path>
            </a:pathLst>
          </a:custGeom>
          <a:blipFill>
            <a:blip r:embed="rId6"/>
            <a:stretch>
              <a:fillRect l="0" t="0" r="0" b="0"/>
            </a:stretch>
          </a:blipFill>
        </p:spPr>
      </p:sp>
      <p:sp>
        <p:nvSpPr>
          <p:cNvPr name="Freeform 5" id="5"/>
          <p:cNvSpPr/>
          <p:nvPr/>
        </p:nvSpPr>
        <p:spPr>
          <a:xfrm flipH="false" flipV="false" rot="-584999">
            <a:off x="15206601" y="551950"/>
            <a:ext cx="2761256" cy="4016372"/>
          </a:xfrm>
          <a:custGeom>
            <a:avLst/>
            <a:gdLst/>
            <a:ahLst/>
            <a:cxnLst/>
            <a:rect r="r" b="b" t="t" l="l"/>
            <a:pathLst>
              <a:path h="4016372" w="2761256">
                <a:moveTo>
                  <a:pt x="0" y="0"/>
                </a:moveTo>
                <a:lnTo>
                  <a:pt x="2761256" y="0"/>
                </a:lnTo>
                <a:lnTo>
                  <a:pt x="2761256" y="4016372"/>
                </a:lnTo>
                <a:lnTo>
                  <a:pt x="0" y="4016372"/>
                </a:lnTo>
                <a:lnTo>
                  <a:pt x="0" y="0"/>
                </a:lnTo>
                <a:close/>
              </a:path>
            </a:pathLst>
          </a:custGeom>
          <a:blipFill>
            <a:blip r:embed="rId7"/>
            <a:stretch>
              <a:fillRect l="0" t="0" r="0" b="0"/>
            </a:stretch>
          </a:blipFill>
        </p:spPr>
      </p:sp>
      <p:sp>
        <p:nvSpPr>
          <p:cNvPr name="Freeform 6" id="6"/>
          <p:cNvSpPr/>
          <p:nvPr/>
        </p:nvSpPr>
        <p:spPr>
          <a:xfrm flipH="false" flipV="false" rot="229484">
            <a:off x="14716454" y="7331109"/>
            <a:ext cx="3029588" cy="2457753"/>
          </a:xfrm>
          <a:custGeom>
            <a:avLst/>
            <a:gdLst/>
            <a:ahLst/>
            <a:cxnLst/>
            <a:rect r="r" b="b" t="t" l="l"/>
            <a:pathLst>
              <a:path h="2457753" w="3029588">
                <a:moveTo>
                  <a:pt x="0" y="0"/>
                </a:moveTo>
                <a:lnTo>
                  <a:pt x="3029588" y="0"/>
                </a:lnTo>
                <a:lnTo>
                  <a:pt x="3029588" y="2457754"/>
                </a:lnTo>
                <a:lnTo>
                  <a:pt x="0" y="2457754"/>
                </a:lnTo>
                <a:lnTo>
                  <a:pt x="0" y="0"/>
                </a:lnTo>
                <a:close/>
              </a:path>
            </a:pathLst>
          </a:custGeom>
          <a:blipFill>
            <a:blip r:embed="rId8"/>
            <a:stretch>
              <a:fillRect l="0" t="0" r="0" b="0"/>
            </a:stretch>
          </a:blipFill>
        </p:spPr>
      </p:sp>
      <p:sp>
        <p:nvSpPr>
          <p:cNvPr name="Freeform 7" id="7"/>
          <p:cNvSpPr/>
          <p:nvPr/>
        </p:nvSpPr>
        <p:spPr>
          <a:xfrm flipH="false" flipV="false" rot="3231549">
            <a:off x="1249526" y="70191"/>
            <a:ext cx="1689210" cy="2983153"/>
          </a:xfrm>
          <a:custGeom>
            <a:avLst/>
            <a:gdLst/>
            <a:ahLst/>
            <a:cxnLst/>
            <a:rect r="r" b="b" t="t" l="l"/>
            <a:pathLst>
              <a:path h="2983153" w="1689210">
                <a:moveTo>
                  <a:pt x="0" y="0"/>
                </a:moveTo>
                <a:lnTo>
                  <a:pt x="1689211" y="0"/>
                </a:lnTo>
                <a:lnTo>
                  <a:pt x="1689211" y="2983153"/>
                </a:lnTo>
                <a:lnTo>
                  <a:pt x="0" y="2983153"/>
                </a:lnTo>
                <a:lnTo>
                  <a:pt x="0" y="0"/>
                </a:lnTo>
                <a:close/>
              </a:path>
            </a:pathLst>
          </a:custGeom>
          <a:blipFill>
            <a:blip r:embed="rId9"/>
            <a:stretch>
              <a:fillRect l="0" t="0" r="0" b="0"/>
            </a:stretch>
          </a:blipFill>
        </p:spPr>
      </p:sp>
      <p:sp>
        <p:nvSpPr>
          <p:cNvPr name="Freeform 8" id="8"/>
          <p:cNvSpPr/>
          <p:nvPr/>
        </p:nvSpPr>
        <p:spPr>
          <a:xfrm flipH="false" flipV="false" rot="1292094">
            <a:off x="325521" y="4022895"/>
            <a:ext cx="1406359" cy="2241209"/>
          </a:xfrm>
          <a:custGeom>
            <a:avLst/>
            <a:gdLst/>
            <a:ahLst/>
            <a:cxnLst/>
            <a:rect r="r" b="b" t="t" l="l"/>
            <a:pathLst>
              <a:path h="2241209" w="1406359">
                <a:moveTo>
                  <a:pt x="0" y="0"/>
                </a:moveTo>
                <a:lnTo>
                  <a:pt x="1406358" y="0"/>
                </a:lnTo>
                <a:lnTo>
                  <a:pt x="1406358" y="2241210"/>
                </a:lnTo>
                <a:lnTo>
                  <a:pt x="0" y="2241210"/>
                </a:lnTo>
                <a:lnTo>
                  <a:pt x="0" y="0"/>
                </a:lnTo>
                <a:close/>
              </a:path>
            </a:pathLst>
          </a:custGeom>
          <a:blipFill>
            <a:blip r:embed="rId10"/>
            <a:stretch>
              <a:fillRect l="0" t="0" r="0" b="0"/>
            </a:stretch>
          </a:blipFill>
        </p:spPr>
      </p:sp>
      <p:sp>
        <p:nvSpPr>
          <p:cNvPr name="Freeform 9" id="9"/>
          <p:cNvSpPr/>
          <p:nvPr/>
        </p:nvSpPr>
        <p:spPr>
          <a:xfrm flipH="false" flipV="false" rot="892191">
            <a:off x="7803964" y="360890"/>
            <a:ext cx="2680071" cy="2241209"/>
          </a:xfrm>
          <a:custGeom>
            <a:avLst/>
            <a:gdLst/>
            <a:ahLst/>
            <a:cxnLst/>
            <a:rect r="r" b="b" t="t" l="l"/>
            <a:pathLst>
              <a:path h="2241209" w="2680071">
                <a:moveTo>
                  <a:pt x="0" y="0"/>
                </a:moveTo>
                <a:lnTo>
                  <a:pt x="2680072" y="0"/>
                </a:lnTo>
                <a:lnTo>
                  <a:pt x="2680072" y="2241210"/>
                </a:lnTo>
                <a:lnTo>
                  <a:pt x="0" y="2241210"/>
                </a:lnTo>
                <a:lnTo>
                  <a:pt x="0" y="0"/>
                </a:lnTo>
                <a:close/>
              </a:path>
            </a:pathLst>
          </a:custGeom>
          <a:blipFill>
            <a:blip r:embed="rId11"/>
            <a:stretch>
              <a:fillRect l="0" t="0" r="0" b="0"/>
            </a:stretch>
          </a:blipFill>
        </p:spPr>
      </p:sp>
      <p:sp>
        <p:nvSpPr>
          <p:cNvPr name="Freeform 10" id="10"/>
          <p:cNvSpPr/>
          <p:nvPr/>
        </p:nvSpPr>
        <p:spPr>
          <a:xfrm flipH="false" flipV="false" rot="0">
            <a:off x="6466515" y="8413207"/>
            <a:ext cx="4575985" cy="2751311"/>
          </a:xfrm>
          <a:custGeom>
            <a:avLst/>
            <a:gdLst/>
            <a:ahLst/>
            <a:cxnLst/>
            <a:rect r="r" b="b" t="t" l="l"/>
            <a:pathLst>
              <a:path h="2751311" w="4575985">
                <a:moveTo>
                  <a:pt x="0" y="0"/>
                </a:moveTo>
                <a:lnTo>
                  <a:pt x="4575985" y="0"/>
                </a:lnTo>
                <a:lnTo>
                  <a:pt x="4575985" y="2751311"/>
                </a:lnTo>
                <a:lnTo>
                  <a:pt x="0" y="2751311"/>
                </a:lnTo>
                <a:lnTo>
                  <a:pt x="0" y="0"/>
                </a:lnTo>
                <a:close/>
              </a:path>
            </a:pathLst>
          </a:custGeom>
          <a:blipFill>
            <a:blip r:embed="rId12"/>
            <a:stretch>
              <a:fillRect l="0" t="0" r="0" b="0"/>
            </a:stretch>
          </a:blipFill>
        </p:spPr>
      </p:sp>
      <p:sp>
        <p:nvSpPr>
          <p:cNvPr name="Freeform 11" id="11"/>
          <p:cNvSpPr/>
          <p:nvPr/>
        </p:nvSpPr>
        <p:spPr>
          <a:xfrm flipH="false" flipV="false" rot="0">
            <a:off x="12242650" y="8559986"/>
            <a:ext cx="1276066" cy="1279265"/>
          </a:xfrm>
          <a:custGeom>
            <a:avLst/>
            <a:gdLst/>
            <a:ahLst/>
            <a:cxnLst/>
            <a:rect r="r" b="b" t="t" l="l"/>
            <a:pathLst>
              <a:path h="1279265" w="1276066">
                <a:moveTo>
                  <a:pt x="0" y="0"/>
                </a:moveTo>
                <a:lnTo>
                  <a:pt x="1276066" y="0"/>
                </a:lnTo>
                <a:lnTo>
                  <a:pt x="1276066" y="1279265"/>
                </a:lnTo>
                <a:lnTo>
                  <a:pt x="0" y="1279265"/>
                </a:lnTo>
                <a:lnTo>
                  <a:pt x="0" y="0"/>
                </a:lnTo>
                <a:close/>
              </a:path>
            </a:pathLst>
          </a:custGeom>
          <a:blipFill>
            <a:blip r:embed="rId13"/>
            <a:stretch>
              <a:fillRect l="0" t="0" r="0" b="0"/>
            </a:stretch>
          </a:blipFill>
        </p:spPr>
      </p:sp>
      <p:sp>
        <p:nvSpPr>
          <p:cNvPr name="TextBox 12" id="12"/>
          <p:cNvSpPr txBox="true"/>
          <p:nvPr/>
        </p:nvSpPr>
        <p:spPr>
          <a:xfrm rot="0">
            <a:off x="3966718" y="3304278"/>
            <a:ext cx="10354563" cy="4038613"/>
          </a:xfrm>
          <a:prstGeom prst="rect">
            <a:avLst/>
          </a:prstGeom>
        </p:spPr>
        <p:txBody>
          <a:bodyPr anchor="t" rtlCol="false" tIns="0" lIns="0" bIns="0" rIns="0">
            <a:spAutoFit/>
          </a:bodyPr>
          <a:lstStyle/>
          <a:p>
            <a:pPr algn="ctr" marL="0" indent="0" lvl="0">
              <a:lnSpc>
                <a:spcPts val="10282"/>
              </a:lnSpc>
            </a:pPr>
            <a:r>
              <a:rPr lang="en-US" b="true" sz="11818">
                <a:solidFill>
                  <a:srgbClr val="5557A8"/>
                </a:solidFill>
                <a:latin typeface="TT Masters"/>
                <a:ea typeface="TT Masters"/>
                <a:cs typeface="TT Masters"/>
                <a:sym typeface="TT Masters"/>
              </a:rPr>
              <a:t>JESUS</a:t>
            </a:r>
          </a:p>
          <a:p>
            <a:pPr algn="ctr" marL="0" indent="0" lvl="0">
              <a:lnSpc>
                <a:spcPts val="10282"/>
              </a:lnSpc>
            </a:pPr>
            <a:r>
              <a:rPr lang="en-US" b="true" sz="11818">
                <a:solidFill>
                  <a:srgbClr val="5557A8"/>
                </a:solidFill>
                <a:latin typeface="TT Masters"/>
                <a:ea typeface="TT Masters"/>
                <a:cs typeface="TT Masters"/>
                <a:sym typeface="TT Masters"/>
              </a:rPr>
              <a:t>LOVES</a:t>
            </a:r>
          </a:p>
          <a:p>
            <a:pPr algn="ctr" marL="0" indent="0" lvl="0">
              <a:lnSpc>
                <a:spcPts val="10282"/>
              </a:lnSpc>
            </a:pPr>
            <a:r>
              <a:rPr lang="en-US" b="true" sz="11818">
                <a:solidFill>
                  <a:srgbClr val="5557A8"/>
                </a:solidFill>
                <a:latin typeface="TT Masters"/>
                <a:ea typeface="TT Masters"/>
                <a:cs typeface="TT Masters"/>
                <a:sym typeface="TT Masters"/>
              </a:rPr>
              <a:t>YOU!</a:t>
            </a:r>
          </a:p>
        </p:txBody>
      </p:sp>
      <p:sp>
        <p:nvSpPr>
          <p:cNvPr name="Freeform 13" id="13"/>
          <p:cNvSpPr/>
          <p:nvPr/>
        </p:nvSpPr>
        <p:spPr>
          <a:xfrm flipH="false" flipV="false" rot="1505520">
            <a:off x="15809628" y="4512139"/>
            <a:ext cx="1555201" cy="2148809"/>
          </a:xfrm>
          <a:custGeom>
            <a:avLst/>
            <a:gdLst/>
            <a:ahLst/>
            <a:cxnLst/>
            <a:rect r="r" b="b" t="t" l="l"/>
            <a:pathLst>
              <a:path h="2148809" w="1555201">
                <a:moveTo>
                  <a:pt x="0" y="0"/>
                </a:moveTo>
                <a:lnTo>
                  <a:pt x="1555201" y="0"/>
                </a:lnTo>
                <a:lnTo>
                  <a:pt x="1555201" y="2148809"/>
                </a:lnTo>
                <a:lnTo>
                  <a:pt x="0" y="2148809"/>
                </a:lnTo>
                <a:lnTo>
                  <a:pt x="0" y="0"/>
                </a:lnTo>
                <a:close/>
              </a:path>
            </a:pathLst>
          </a:custGeom>
          <a:blipFill>
            <a:blip r:embed="rId14"/>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DAHUFI3xBnw</dc:identifier>
  <dcterms:modified xsi:type="dcterms:W3CDTF">2011-08-01T06:04:30Z</dcterms:modified>
  <cp:revision>1</cp:revision>
</cp:coreProperties>
</file>