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hildos Arabic Bold" charset="1" panose="00000800000000000000"/>
      <p:regular r:id="rId14"/>
    </p:embeddedFont>
    <p:embeddedFont>
      <p:font typeface="Balsamiq Sans" charset="1" panose="02000603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36.png" Type="http://schemas.openxmlformats.org/officeDocument/2006/relationships/image"/><Relationship Id="rId13" Target="../media/image3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8829731">
            <a:off x="2713237" y="-1961286"/>
            <a:ext cx="9436992" cy="7308832"/>
          </a:xfrm>
          <a:custGeom>
            <a:avLst/>
            <a:gdLst/>
            <a:ahLst/>
            <a:cxnLst/>
            <a:rect r="r" b="b" t="t" l="l"/>
            <a:pathLst>
              <a:path h="7308832" w="9436992">
                <a:moveTo>
                  <a:pt x="0" y="7308832"/>
                </a:moveTo>
                <a:lnTo>
                  <a:pt x="9436991" y="7308832"/>
                </a:lnTo>
                <a:lnTo>
                  <a:pt x="9436991" y="0"/>
                </a:lnTo>
                <a:lnTo>
                  <a:pt x="0" y="0"/>
                </a:lnTo>
                <a:lnTo>
                  <a:pt x="0" y="73088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9153375">
            <a:off x="-3227024" y="5421766"/>
            <a:ext cx="12216088" cy="9461207"/>
          </a:xfrm>
          <a:custGeom>
            <a:avLst/>
            <a:gdLst/>
            <a:ahLst/>
            <a:cxnLst/>
            <a:rect r="r" b="b" t="t" l="l"/>
            <a:pathLst>
              <a:path h="9461207" w="12216088">
                <a:moveTo>
                  <a:pt x="0" y="9461207"/>
                </a:moveTo>
                <a:lnTo>
                  <a:pt x="12216088" y="9461207"/>
                </a:lnTo>
                <a:lnTo>
                  <a:pt x="12216088" y="0"/>
                </a:lnTo>
                <a:lnTo>
                  <a:pt x="0" y="0"/>
                </a:lnTo>
                <a:lnTo>
                  <a:pt x="0" y="946120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361860">
            <a:off x="9484271" y="8068299"/>
            <a:ext cx="3225332" cy="2982674"/>
          </a:xfrm>
          <a:custGeom>
            <a:avLst/>
            <a:gdLst/>
            <a:ahLst/>
            <a:cxnLst/>
            <a:rect r="r" b="b" t="t" l="l"/>
            <a:pathLst>
              <a:path h="2982674" w="3225332">
                <a:moveTo>
                  <a:pt x="0" y="0"/>
                </a:moveTo>
                <a:lnTo>
                  <a:pt x="3225332" y="0"/>
                </a:lnTo>
                <a:lnTo>
                  <a:pt x="3225332" y="2982674"/>
                </a:lnTo>
                <a:lnTo>
                  <a:pt x="0" y="2982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13557">
            <a:off x="12323744" y="-901773"/>
            <a:ext cx="3505442" cy="3779452"/>
          </a:xfrm>
          <a:custGeom>
            <a:avLst/>
            <a:gdLst/>
            <a:ahLst/>
            <a:cxnLst/>
            <a:rect r="r" b="b" t="t" l="l"/>
            <a:pathLst>
              <a:path h="3779452" w="3505442">
                <a:moveTo>
                  <a:pt x="0" y="0"/>
                </a:moveTo>
                <a:lnTo>
                  <a:pt x="3505442" y="0"/>
                </a:lnTo>
                <a:lnTo>
                  <a:pt x="3505442" y="3779452"/>
                </a:lnTo>
                <a:lnTo>
                  <a:pt x="0" y="3779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417821">
            <a:off x="-8988814" y="-6077429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065699">
            <a:off x="15542887" y="1012572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77679" y="3634970"/>
            <a:ext cx="9431067" cy="3207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42"/>
              </a:lnSpc>
            </a:pPr>
            <a:r>
              <a:rPr lang="en-US" b="true" sz="12763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Meeting Jesus</a:t>
            </a:r>
          </a:p>
          <a:p>
            <a:pPr algn="ctr" marL="0" indent="0" lvl="0">
              <a:lnSpc>
                <a:spcPts val="11742"/>
              </a:lnSpc>
            </a:pPr>
            <a:r>
              <a:rPr lang="en-US" b="true" sz="12763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in the Gospels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662569">
            <a:off x="1806064" y="7560551"/>
            <a:ext cx="4429076" cy="3100353"/>
          </a:xfrm>
          <a:custGeom>
            <a:avLst/>
            <a:gdLst/>
            <a:ahLst/>
            <a:cxnLst/>
            <a:rect r="r" b="b" t="t" l="l"/>
            <a:pathLst>
              <a:path h="3100353" w="4429076">
                <a:moveTo>
                  <a:pt x="0" y="0"/>
                </a:moveTo>
                <a:lnTo>
                  <a:pt x="4429077" y="0"/>
                </a:lnTo>
                <a:lnTo>
                  <a:pt x="4429077" y="3100354"/>
                </a:lnTo>
                <a:lnTo>
                  <a:pt x="0" y="31003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3988">
            <a:off x="855280" y="1250817"/>
            <a:ext cx="3326054" cy="2895624"/>
          </a:xfrm>
          <a:custGeom>
            <a:avLst/>
            <a:gdLst/>
            <a:ahLst/>
            <a:cxnLst/>
            <a:rect r="r" b="b" t="t" l="l"/>
            <a:pathLst>
              <a:path h="2895624" w="3326054">
                <a:moveTo>
                  <a:pt x="0" y="0"/>
                </a:moveTo>
                <a:lnTo>
                  <a:pt x="3326055" y="0"/>
                </a:lnTo>
                <a:lnTo>
                  <a:pt x="3326055" y="2895623"/>
                </a:lnTo>
                <a:lnTo>
                  <a:pt x="0" y="28956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369398">
            <a:off x="14224842" y="4964901"/>
            <a:ext cx="4190846" cy="2788397"/>
          </a:xfrm>
          <a:custGeom>
            <a:avLst/>
            <a:gdLst/>
            <a:ahLst/>
            <a:cxnLst/>
            <a:rect r="r" b="b" t="t" l="l"/>
            <a:pathLst>
              <a:path h="2788397" w="4190846">
                <a:moveTo>
                  <a:pt x="0" y="0"/>
                </a:moveTo>
                <a:lnTo>
                  <a:pt x="4190846" y="0"/>
                </a:lnTo>
                <a:lnTo>
                  <a:pt x="4190846" y="2788397"/>
                </a:lnTo>
                <a:lnTo>
                  <a:pt x="0" y="27883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797481" y="5487057"/>
            <a:ext cx="873340" cy="846346"/>
          </a:xfrm>
          <a:custGeom>
            <a:avLst/>
            <a:gdLst/>
            <a:ahLst/>
            <a:cxnLst/>
            <a:rect r="r" b="b" t="t" l="l"/>
            <a:pathLst>
              <a:path h="846346" w="873340">
                <a:moveTo>
                  <a:pt x="0" y="0"/>
                </a:moveTo>
                <a:lnTo>
                  <a:pt x="873339" y="0"/>
                </a:lnTo>
                <a:lnTo>
                  <a:pt x="873339" y="846345"/>
                </a:lnTo>
                <a:lnTo>
                  <a:pt x="0" y="8463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718024" y="3234320"/>
            <a:ext cx="873340" cy="846346"/>
          </a:xfrm>
          <a:custGeom>
            <a:avLst/>
            <a:gdLst/>
            <a:ahLst/>
            <a:cxnLst/>
            <a:rect r="r" b="b" t="t" l="l"/>
            <a:pathLst>
              <a:path h="846346" w="873340">
                <a:moveTo>
                  <a:pt x="0" y="0"/>
                </a:moveTo>
                <a:lnTo>
                  <a:pt x="873339" y="0"/>
                </a:lnTo>
                <a:lnTo>
                  <a:pt x="873339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6303018">
            <a:off x="8519127" y="-1153239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6303018">
            <a:off x="-1354737" y="6236797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99951" y="1227681"/>
            <a:ext cx="1111990" cy="1081808"/>
          </a:xfrm>
          <a:custGeom>
            <a:avLst/>
            <a:gdLst/>
            <a:ahLst/>
            <a:cxnLst/>
            <a:rect r="r" b="b" t="t" l="l"/>
            <a:pathLst>
              <a:path h="1081808" w="1111990">
                <a:moveTo>
                  <a:pt x="0" y="0"/>
                </a:moveTo>
                <a:lnTo>
                  <a:pt x="1111990" y="0"/>
                </a:lnTo>
                <a:lnTo>
                  <a:pt x="1111990" y="1081808"/>
                </a:lnTo>
                <a:lnTo>
                  <a:pt x="0" y="1081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417821">
            <a:off x="-10150445" y="-7676154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707380">
            <a:off x="15799315" y="-6233791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37117" y="6755108"/>
            <a:ext cx="5610451" cy="3850172"/>
          </a:xfrm>
          <a:custGeom>
            <a:avLst/>
            <a:gdLst/>
            <a:ahLst/>
            <a:cxnLst/>
            <a:rect r="r" b="b" t="t" l="l"/>
            <a:pathLst>
              <a:path h="3850172" w="5610451">
                <a:moveTo>
                  <a:pt x="0" y="0"/>
                </a:moveTo>
                <a:lnTo>
                  <a:pt x="5610451" y="0"/>
                </a:lnTo>
                <a:lnTo>
                  <a:pt x="5610451" y="3850172"/>
                </a:lnTo>
                <a:lnTo>
                  <a:pt x="0" y="38501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56721">
            <a:off x="768267" y="2467504"/>
            <a:ext cx="3330800" cy="4353987"/>
          </a:xfrm>
          <a:custGeom>
            <a:avLst/>
            <a:gdLst/>
            <a:ahLst/>
            <a:cxnLst/>
            <a:rect r="r" b="b" t="t" l="l"/>
            <a:pathLst>
              <a:path h="4353987" w="3330800">
                <a:moveTo>
                  <a:pt x="0" y="0"/>
                </a:moveTo>
                <a:lnTo>
                  <a:pt x="3330800" y="0"/>
                </a:lnTo>
                <a:lnTo>
                  <a:pt x="3330800" y="4353986"/>
                </a:lnTo>
                <a:lnTo>
                  <a:pt x="0" y="43539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45891" y="2551736"/>
            <a:ext cx="7694643" cy="231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6"/>
              </a:lnSpc>
            </a:pPr>
            <a:r>
              <a:rPr lang="en-US" b="true" sz="9268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Jesus Welcomes</a:t>
            </a:r>
          </a:p>
          <a:p>
            <a:pPr algn="ctr" marL="0" indent="0" lvl="0">
              <a:lnSpc>
                <a:spcPts val="8526"/>
              </a:lnSpc>
            </a:pPr>
            <a:r>
              <a:rPr lang="en-US" b="true" sz="9268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the Children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61856" y="5745032"/>
            <a:ext cx="6764287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1"/>
              </a:lnSpc>
            </a:pPr>
            <a:r>
              <a:rPr lang="en-US" sz="3018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One day, parents brought their children to Jesus. The disciples tried to stop them — but Jesus said, "Let the children come to me!"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879075">
            <a:off x="5732034" y="-533332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417821">
            <a:off x="-10150445" y="-7676154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065699">
            <a:off x="15542887" y="1012572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25576" y="1309558"/>
            <a:ext cx="873340" cy="846346"/>
          </a:xfrm>
          <a:custGeom>
            <a:avLst/>
            <a:gdLst/>
            <a:ahLst/>
            <a:cxnLst/>
            <a:rect r="r" b="b" t="t" l="l"/>
            <a:pathLst>
              <a:path h="846346" w="873340">
                <a:moveTo>
                  <a:pt x="0" y="0"/>
                </a:moveTo>
                <a:lnTo>
                  <a:pt x="873340" y="0"/>
                </a:lnTo>
                <a:lnTo>
                  <a:pt x="873340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23339" y="2118903"/>
            <a:ext cx="873340" cy="846346"/>
          </a:xfrm>
          <a:custGeom>
            <a:avLst/>
            <a:gdLst/>
            <a:ahLst/>
            <a:cxnLst/>
            <a:rect r="r" b="b" t="t" l="l"/>
            <a:pathLst>
              <a:path h="846346" w="873340">
                <a:moveTo>
                  <a:pt x="0" y="0"/>
                </a:moveTo>
                <a:lnTo>
                  <a:pt x="873339" y="0"/>
                </a:lnTo>
                <a:lnTo>
                  <a:pt x="873339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87010">
            <a:off x="11511803" y="1765382"/>
            <a:ext cx="3819091" cy="5455844"/>
          </a:xfrm>
          <a:custGeom>
            <a:avLst/>
            <a:gdLst/>
            <a:ahLst/>
            <a:cxnLst/>
            <a:rect r="r" b="b" t="t" l="l"/>
            <a:pathLst>
              <a:path h="5455844" w="3819091">
                <a:moveTo>
                  <a:pt x="0" y="0"/>
                </a:moveTo>
                <a:lnTo>
                  <a:pt x="3819091" y="0"/>
                </a:lnTo>
                <a:lnTo>
                  <a:pt x="3819091" y="5455844"/>
                </a:lnTo>
                <a:lnTo>
                  <a:pt x="0" y="54558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610845">
            <a:off x="9596203" y="1717642"/>
            <a:ext cx="925625" cy="4255749"/>
          </a:xfrm>
          <a:custGeom>
            <a:avLst/>
            <a:gdLst/>
            <a:ahLst/>
            <a:cxnLst/>
            <a:rect r="r" b="b" t="t" l="l"/>
            <a:pathLst>
              <a:path h="4255749" w="925625">
                <a:moveTo>
                  <a:pt x="0" y="0"/>
                </a:moveTo>
                <a:lnTo>
                  <a:pt x="925625" y="0"/>
                </a:lnTo>
                <a:lnTo>
                  <a:pt x="925625" y="4255750"/>
                </a:lnTo>
                <a:lnTo>
                  <a:pt x="0" y="42557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49357" y="4172233"/>
            <a:ext cx="7694643" cy="140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7"/>
              </a:lnSpc>
              <a:spcBef>
                <a:spcPct val="0"/>
              </a:spcBef>
            </a:pPr>
            <a:r>
              <a:rPr lang="en-US" b="true" sz="10421" strike="noStrike" u="none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Come to Me!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3428" y="7346479"/>
            <a:ext cx="7428076" cy="1820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1"/>
              </a:lnSpc>
              <a:spcBef>
                <a:spcPct val="0"/>
              </a:spcBef>
            </a:pPr>
            <a:r>
              <a:rPr lang="en-US" sz="3018" strike="noStrike" u="none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Jesus said, "Let the children come to me!" He was not happy when people tried to keep the children away. Jesus loves children and wants them close to Him!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6303018">
            <a:off x="8519127" y="-1153239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6303018">
            <a:off x="-1354737" y="6236797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69770" y="1127364"/>
            <a:ext cx="1341774" cy="1343753"/>
          </a:xfrm>
          <a:custGeom>
            <a:avLst/>
            <a:gdLst/>
            <a:ahLst/>
            <a:cxnLst/>
            <a:rect r="r" b="b" t="t" l="l"/>
            <a:pathLst>
              <a:path h="1343753" w="1341774">
                <a:moveTo>
                  <a:pt x="0" y="0"/>
                </a:moveTo>
                <a:lnTo>
                  <a:pt x="1341774" y="0"/>
                </a:lnTo>
                <a:lnTo>
                  <a:pt x="1341774" y="1343753"/>
                </a:lnTo>
                <a:lnTo>
                  <a:pt x="0" y="13437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417821">
            <a:off x="-10150445" y="-7676154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707380">
            <a:off x="15799315" y="-6233791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56727">
            <a:off x="13538061" y="5121500"/>
            <a:ext cx="4558933" cy="4303973"/>
          </a:xfrm>
          <a:custGeom>
            <a:avLst/>
            <a:gdLst/>
            <a:ahLst/>
            <a:cxnLst/>
            <a:rect r="r" b="b" t="t" l="l"/>
            <a:pathLst>
              <a:path h="4303973" w="4558933">
                <a:moveTo>
                  <a:pt x="0" y="0"/>
                </a:moveTo>
                <a:lnTo>
                  <a:pt x="4558933" y="0"/>
                </a:lnTo>
                <a:lnTo>
                  <a:pt x="4558933" y="4303973"/>
                </a:lnTo>
                <a:lnTo>
                  <a:pt x="0" y="43039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07762">
            <a:off x="96524" y="3991953"/>
            <a:ext cx="3702250" cy="3063283"/>
          </a:xfrm>
          <a:custGeom>
            <a:avLst/>
            <a:gdLst/>
            <a:ahLst/>
            <a:cxnLst/>
            <a:rect r="r" b="b" t="t" l="l"/>
            <a:pathLst>
              <a:path h="3063283" w="3702250">
                <a:moveTo>
                  <a:pt x="0" y="0"/>
                </a:moveTo>
                <a:lnTo>
                  <a:pt x="3702250" y="0"/>
                </a:lnTo>
                <a:lnTo>
                  <a:pt x="3702250" y="3063283"/>
                </a:lnTo>
                <a:lnTo>
                  <a:pt x="0" y="30632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99371" y="2570786"/>
            <a:ext cx="9787683" cy="2622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0"/>
              </a:lnSpc>
            </a:pPr>
            <a:r>
              <a:rPr lang="en-US" b="true" sz="10413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Jesus Blesses</a:t>
            </a:r>
          </a:p>
          <a:p>
            <a:pPr algn="ctr" marL="0" indent="0" lvl="0">
              <a:lnSpc>
                <a:spcPts val="9580"/>
              </a:lnSpc>
            </a:pPr>
            <a:r>
              <a:rPr lang="en-US" b="true" sz="10413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the Children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61856" y="5745032"/>
            <a:ext cx="6764287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4"/>
              </a:lnSpc>
            </a:pPr>
            <a:r>
              <a:rPr lang="en-US" sz="3020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Jesus held the children in His arms and blessed each one. You are special to Jesus too! He loves you just as you are.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607033">
            <a:off x="-1671637" y="-3504158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181354">
            <a:off x="-10703602" y="-618431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065699">
            <a:off x="16704518" y="2286172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89904" y="953377"/>
            <a:ext cx="873340" cy="846346"/>
          </a:xfrm>
          <a:custGeom>
            <a:avLst/>
            <a:gdLst/>
            <a:ahLst/>
            <a:cxnLst/>
            <a:rect r="r" b="b" t="t" l="l"/>
            <a:pathLst>
              <a:path h="846346" w="873340">
                <a:moveTo>
                  <a:pt x="0" y="0"/>
                </a:moveTo>
                <a:lnTo>
                  <a:pt x="873339" y="0"/>
                </a:lnTo>
                <a:lnTo>
                  <a:pt x="873339" y="846345"/>
                </a:lnTo>
                <a:lnTo>
                  <a:pt x="0" y="84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48304">
            <a:off x="14166344" y="2774412"/>
            <a:ext cx="2247119" cy="2698505"/>
          </a:xfrm>
          <a:custGeom>
            <a:avLst/>
            <a:gdLst/>
            <a:ahLst/>
            <a:cxnLst/>
            <a:rect r="r" b="b" t="t" l="l"/>
            <a:pathLst>
              <a:path h="2698505" w="2247119">
                <a:moveTo>
                  <a:pt x="0" y="0"/>
                </a:moveTo>
                <a:lnTo>
                  <a:pt x="2247119" y="0"/>
                </a:lnTo>
                <a:lnTo>
                  <a:pt x="2247119" y="2698505"/>
                </a:lnTo>
                <a:lnTo>
                  <a:pt x="0" y="26985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333125">
            <a:off x="635189" y="4806276"/>
            <a:ext cx="3973172" cy="4076949"/>
          </a:xfrm>
          <a:custGeom>
            <a:avLst/>
            <a:gdLst/>
            <a:ahLst/>
            <a:cxnLst/>
            <a:rect r="r" b="b" t="t" l="l"/>
            <a:pathLst>
              <a:path h="4076949" w="3973172">
                <a:moveTo>
                  <a:pt x="3973172" y="0"/>
                </a:moveTo>
                <a:lnTo>
                  <a:pt x="0" y="0"/>
                </a:lnTo>
                <a:lnTo>
                  <a:pt x="0" y="4076949"/>
                </a:lnTo>
                <a:lnTo>
                  <a:pt x="3973172" y="4076949"/>
                </a:lnTo>
                <a:lnTo>
                  <a:pt x="397317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23131">
            <a:off x="13471623" y="7489923"/>
            <a:ext cx="3209925" cy="1768377"/>
          </a:xfrm>
          <a:custGeom>
            <a:avLst/>
            <a:gdLst/>
            <a:ahLst/>
            <a:cxnLst/>
            <a:rect r="r" b="b" t="t" l="l"/>
            <a:pathLst>
              <a:path h="1768377" w="3209925">
                <a:moveTo>
                  <a:pt x="0" y="0"/>
                </a:moveTo>
                <a:lnTo>
                  <a:pt x="3209925" y="0"/>
                </a:lnTo>
                <a:lnTo>
                  <a:pt x="3209925" y="1768377"/>
                </a:lnTo>
                <a:lnTo>
                  <a:pt x="0" y="176837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09840" y="2410886"/>
            <a:ext cx="11566745" cy="2622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0"/>
              </a:lnSpc>
              <a:spcBef>
                <a:spcPct val="0"/>
              </a:spcBef>
            </a:pPr>
            <a:r>
              <a:rPr lang="en-US" b="true" sz="10413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Come Close to Jesus Every Day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96265" y="5885255"/>
            <a:ext cx="8695471" cy="148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24"/>
              </a:lnSpc>
              <a:spcBef>
                <a:spcPct val="0"/>
              </a:spcBef>
            </a:pPr>
            <a:r>
              <a:rPr lang="en-US" sz="3270" strike="noStrike" u="none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Talk to Jesus in prayer. Listen to His words in the Gospel. He always welcomes you with open arms, just like He welcomed the children!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879075">
            <a:off x="5732034" y="-533332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12073" y="1196654"/>
            <a:ext cx="1112390" cy="1129330"/>
          </a:xfrm>
          <a:custGeom>
            <a:avLst/>
            <a:gdLst/>
            <a:ahLst/>
            <a:cxnLst/>
            <a:rect r="r" b="b" t="t" l="l"/>
            <a:pathLst>
              <a:path h="1129330" w="1112390">
                <a:moveTo>
                  <a:pt x="0" y="0"/>
                </a:moveTo>
                <a:lnTo>
                  <a:pt x="1112390" y="0"/>
                </a:lnTo>
                <a:lnTo>
                  <a:pt x="1112390" y="1129330"/>
                </a:lnTo>
                <a:lnTo>
                  <a:pt x="0" y="11293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18361" y="1992517"/>
            <a:ext cx="1098707" cy="1093214"/>
          </a:xfrm>
          <a:custGeom>
            <a:avLst/>
            <a:gdLst/>
            <a:ahLst/>
            <a:cxnLst/>
            <a:rect r="r" b="b" t="t" l="l"/>
            <a:pathLst>
              <a:path h="1093214" w="1098707">
                <a:moveTo>
                  <a:pt x="0" y="0"/>
                </a:moveTo>
                <a:lnTo>
                  <a:pt x="1098707" y="0"/>
                </a:lnTo>
                <a:lnTo>
                  <a:pt x="1098707" y="1093213"/>
                </a:lnTo>
                <a:lnTo>
                  <a:pt x="0" y="1093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5898" y="4172233"/>
            <a:ext cx="8941560" cy="2622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0"/>
              </a:lnSpc>
              <a:spcBef>
                <a:spcPct val="0"/>
              </a:spcBef>
            </a:pPr>
            <a:r>
              <a:rPr lang="en-US" b="true" sz="10413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Your Turn to Draw!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3417821">
            <a:off x="-10150445" y="-7676154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065699">
            <a:off x="15542887" y="1012572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3187">
            <a:off x="9715889" y="361151"/>
            <a:ext cx="1514386" cy="3501470"/>
          </a:xfrm>
          <a:custGeom>
            <a:avLst/>
            <a:gdLst/>
            <a:ahLst/>
            <a:cxnLst/>
            <a:rect r="r" b="b" t="t" l="l"/>
            <a:pathLst>
              <a:path h="3501470" w="1514386">
                <a:moveTo>
                  <a:pt x="0" y="0"/>
                </a:moveTo>
                <a:lnTo>
                  <a:pt x="1514386" y="0"/>
                </a:lnTo>
                <a:lnTo>
                  <a:pt x="1514386" y="3501470"/>
                </a:lnTo>
                <a:lnTo>
                  <a:pt x="0" y="35014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946157">
            <a:off x="12319869" y="2986751"/>
            <a:ext cx="2859324" cy="3471107"/>
          </a:xfrm>
          <a:custGeom>
            <a:avLst/>
            <a:gdLst/>
            <a:ahLst/>
            <a:cxnLst/>
            <a:rect r="r" b="b" t="t" l="l"/>
            <a:pathLst>
              <a:path h="3471107" w="2859324">
                <a:moveTo>
                  <a:pt x="0" y="0"/>
                </a:moveTo>
                <a:lnTo>
                  <a:pt x="2859324" y="0"/>
                </a:lnTo>
                <a:lnTo>
                  <a:pt x="2859324" y="3471107"/>
                </a:lnTo>
                <a:lnTo>
                  <a:pt x="0" y="34711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2640" y="7346479"/>
            <a:ext cx="7428076" cy="91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4"/>
              </a:lnSpc>
              <a:spcBef>
                <a:spcPct val="0"/>
              </a:spcBef>
            </a:pPr>
            <a:r>
              <a:rPr lang="en-US" sz="3020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Draw a picture of Jesus with the children. Then add yourself in the picture too!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607033">
            <a:off x="-1671637" y="-3504158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181354">
            <a:off x="-10703602" y="-618431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065699">
            <a:off x="16704518" y="2286172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89904" y="953377"/>
            <a:ext cx="873340" cy="846346"/>
          </a:xfrm>
          <a:custGeom>
            <a:avLst/>
            <a:gdLst/>
            <a:ahLst/>
            <a:cxnLst/>
            <a:rect r="r" b="b" t="t" l="l"/>
            <a:pathLst>
              <a:path h="846346" w="873340">
                <a:moveTo>
                  <a:pt x="0" y="0"/>
                </a:moveTo>
                <a:lnTo>
                  <a:pt x="873339" y="0"/>
                </a:lnTo>
                <a:lnTo>
                  <a:pt x="873339" y="846345"/>
                </a:lnTo>
                <a:lnTo>
                  <a:pt x="0" y="84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32734">
            <a:off x="549954" y="5143500"/>
            <a:ext cx="3798636" cy="3363520"/>
          </a:xfrm>
          <a:custGeom>
            <a:avLst/>
            <a:gdLst/>
            <a:ahLst/>
            <a:cxnLst/>
            <a:rect r="r" b="b" t="t" l="l"/>
            <a:pathLst>
              <a:path h="3363520" w="3798636">
                <a:moveTo>
                  <a:pt x="0" y="0"/>
                </a:moveTo>
                <a:lnTo>
                  <a:pt x="3798636" y="0"/>
                </a:lnTo>
                <a:lnTo>
                  <a:pt x="3798636" y="3363520"/>
                </a:lnTo>
                <a:lnTo>
                  <a:pt x="0" y="33635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382911">
            <a:off x="14960720" y="2667922"/>
            <a:ext cx="658368" cy="4114800"/>
          </a:xfrm>
          <a:custGeom>
            <a:avLst/>
            <a:gdLst/>
            <a:ahLst/>
            <a:cxnLst/>
            <a:rect r="r" b="b" t="t" l="l"/>
            <a:pathLst>
              <a:path h="4114800" w="658368">
                <a:moveTo>
                  <a:pt x="0" y="0"/>
                </a:moveTo>
                <a:lnTo>
                  <a:pt x="658368" y="0"/>
                </a:lnTo>
                <a:lnTo>
                  <a:pt x="6583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811027" y="7200900"/>
            <a:ext cx="3478876" cy="4114800"/>
          </a:xfrm>
          <a:custGeom>
            <a:avLst/>
            <a:gdLst/>
            <a:ahLst/>
            <a:cxnLst/>
            <a:rect r="r" b="b" t="t" l="l"/>
            <a:pathLst>
              <a:path h="4114800" w="3478876">
                <a:moveTo>
                  <a:pt x="0" y="0"/>
                </a:moveTo>
                <a:lnTo>
                  <a:pt x="3478877" y="0"/>
                </a:lnTo>
                <a:lnTo>
                  <a:pt x="34788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941366" y="2410886"/>
            <a:ext cx="8405269" cy="2622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0"/>
              </a:lnSpc>
              <a:spcBef>
                <a:spcPct val="0"/>
              </a:spcBef>
            </a:pPr>
            <a:r>
              <a:rPr lang="en-US" b="true" sz="10413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Let's Pray Together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96265" y="5894780"/>
            <a:ext cx="8695471" cy="1519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29"/>
              </a:lnSpc>
              <a:spcBef>
                <a:spcPct val="0"/>
              </a:spcBef>
            </a:pPr>
            <a:r>
              <a:rPr lang="en-US" sz="3358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"Jesus, thank you for welcoming me.</a:t>
            </a:r>
          </a:p>
          <a:p>
            <a:pPr algn="ctr" marL="0" indent="0" lvl="0">
              <a:lnSpc>
                <a:spcPts val="4029"/>
              </a:lnSpc>
              <a:spcBef>
                <a:spcPct val="0"/>
              </a:spcBef>
            </a:pPr>
            <a:r>
              <a:rPr lang="en-US" sz="3358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Help me come close to you every day.</a:t>
            </a:r>
          </a:p>
          <a:p>
            <a:pPr algn="ctr" marL="0" indent="0" lvl="0">
              <a:lnSpc>
                <a:spcPts val="4029"/>
              </a:lnSpc>
              <a:spcBef>
                <a:spcPct val="0"/>
              </a:spcBef>
            </a:pPr>
            <a:r>
              <a:rPr lang="en-US" sz="3358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Amen."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879075">
            <a:off x="5732034" y="-533332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25576" y="1309558"/>
            <a:ext cx="873340" cy="846346"/>
          </a:xfrm>
          <a:custGeom>
            <a:avLst/>
            <a:gdLst/>
            <a:ahLst/>
            <a:cxnLst/>
            <a:rect r="r" b="b" t="t" l="l"/>
            <a:pathLst>
              <a:path h="846346" w="873340">
                <a:moveTo>
                  <a:pt x="0" y="0"/>
                </a:moveTo>
                <a:lnTo>
                  <a:pt x="873340" y="0"/>
                </a:lnTo>
                <a:lnTo>
                  <a:pt x="873340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23339" y="2118903"/>
            <a:ext cx="873340" cy="846346"/>
          </a:xfrm>
          <a:custGeom>
            <a:avLst/>
            <a:gdLst/>
            <a:ahLst/>
            <a:cxnLst/>
            <a:rect r="r" b="b" t="t" l="l"/>
            <a:pathLst>
              <a:path h="846346" w="873340">
                <a:moveTo>
                  <a:pt x="0" y="0"/>
                </a:moveTo>
                <a:lnTo>
                  <a:pt x="873339" y="0"/>
                </a:lnTo>
                <a:lnTo>
                  <a:pt x="873339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417821">
            <a:off x="-10150445" y="-7676154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065699">
            <a:off x="15542887" y="1012572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63450">
            <a:off x="9093823" y="904238"/>
            <a:ext cx="3365028" cy="2700687"/>
          </a:xfrm>
          <a:custGeom>
            <a:avLst/>
            <a:gdLst/>
            <a:ahLst/>
            <a:cxnLst/>
            <a:rect r="r" b="b" t="t" l="l"/>
            <a:pathLst>
              <a:path h="2700687" w="3365028">
                <a:moveTo>
                  <a:pt x="0" y="0"/>
                </a:moveTo>
                <a:lnTo>
                  <a:pt x="3365028" y="0"/>
                </a:lnTo>
                <a:lnTo>
                  <a:pt x="3365028" y="2700687"/>
                </a:lnTo>
                <a:lnTo>
                  <a:pt x="0" y="27006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517871">
            <a:off x="11944394" y="3330032"/>
            <a:ext cx="3491551" cy="3286422"/>
          </a:xfrm>
          <a:custGeom>
            <a:avLst/>
            <a:gdLst/>
            <a:ahLst/>
            <a:cxnLst/>
            <a:rect r="r" b="b" t="t" l="l"/>
            <a:pathLst>
              <a:path h="3286422" w="3491551">
                <a:moveTo>
                  <a:pt x="0" y="0"/>
                </a:moveTo>
                <a:lnTo>
                  <a:pt x="3491551" y="0"/>
                </a:lnTo>
                <a:lnTo>
                  <a:pt x="3491551" y="3286422"/>
                </a:lnTo>
                <a:lnTo>
                  <a:pt x="0" y="32864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18760" y="4393821"/>
            <a:ext cx="8155837" cy="115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11"/>
              </a:lnSpc>
              <a:spcBef>
                <a:spcPct val="0"/>
              </a:spcBef>
            </a:pPr>
            <a:r>
              <a:rPr lang="en-US" b="true" sz="8490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Jesus Loves You!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2640" y="7109578"/>
            <a:ext cx="7428076" cy="1365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1"/>
              </a:lnSpc>
              <a:spcBef>
                <a:spcPct val="0"/>
              </a:spcBef>
            </a:pPr>
            <a:r>
              <a:rPr lang="en-US" sz="3018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You can always come to Jesus, just like the children in our story. He welcomes you with open arms every single day!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DAHT0XEgbk8</dc:identifier>
  <dcterms:modified xsi:type="dcterms:W3CDTF">2011-08-01T06:04:30Z</dcterms:modified>
  <cp:revision>1</cp:revision>
</cp:coreProperties>
</file>