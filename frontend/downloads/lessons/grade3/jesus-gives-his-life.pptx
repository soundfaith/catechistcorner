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Gilda Display" charset="1" panose="02000000000000000000"/>
      <p:regular r:id="rId14"/>
    </p:embeddedFont>
    <p:embeddedFont>
      <p:font typeface="Arapey" charset="1" panose="02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9.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6342491"/>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TextBox 4" id="4"/>
          <p:cNvSpPr txBox="true"/>
          <p:nvPr/>
        </p:nvSpPr>
        <p:spPr>
          <a:xfrm rot="0">
            <a:off x="1351017" y="4277768"/>
            <a:ext cx="15585965" cy="1036070"/>
          </a:xfrm>
          <a:prstGeom prst="rect">
            <a:avLst/>
          </a:prstGeom>
        </p:spPr>
        <p:txBody>
          <a:bodyPr anchor="t" rtlCol="false" tIns="0" lIns="0" bIns="0" rIns="0">
            <a:spAutoFit/>
          </a:bodyPr>
          <a:lstStyle/>
          <a:p>
            <a:pPr algn="ctr" marL="0" indent="0" lvl="0">
              <a:lnSpc>
                <a:spcPts val="8427"/>
              </a:lnSpc>
            </a:pPr>
            <a:r>
              <a:rPr lang="en-US" sz="6019">
                <a:solidFill>
                  <a:srgbClr val="1C3E25"/>
                </a:solidFill>
                <a:latin typeface="Gilda Display"/>
                <a:ea typeface="Gilda Display"/>
                <a:cs typeface="Gilda Display"/>
                <a:sym typeface="Gilda Display"/>
              </a:rPr>
              <a:t>JESUS GIVES HIS LIFE IN THE EUCHARIST</a:t>
            </a:r>
          </a:p>
        </p:txBody>
      </p:sp>
      <p:sp>
        <p:nvSpPr>
          <p:cNvPr name="Freeform 5" id="5"/>
          <p:cNvSpPr/>
          <p:nvPr/>
        </p:nvSpPr>
        <p:spPr>
          <a:xfrm flipH="false" flipV="false" rot="-9060227">
            <a:off x="-481405" y="-17370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sp>
        <p:nvSpPr>
          <p:cNvPr name="Freeform 6" id="6"/>
          <p:cNvSpPr/>
          <p:nvPr/>
        </p:nvSpPr>
        <p:spPr>
          <a:xfrm flipH="false" flipV="false" rot="604358">
            <a:off x="-218622" y="5704565"/>
            <a:ext cx="2370177" cy="5888638"/>
          </a:xfrm>
          <a:custGeom>
            <a:avLst/>
            <a:gdLst/>
            <a:ahLst/>
            <a:cxnLst/>
            <a:rect r="r" b="b" t="t" l="l"/>
            <a:pathLst>
              <a:path h="5888638" w="2370177">
                <a:moveTo>
                  <a:pt x="0" y="0"/>
                </a:moveTo>
                <a:lnTo>
                  <a:pt x="2370177" y="0"/>
                </a:lnTo>
                <a:lnTo>
                  <a:pt x="2370177" y="5888638"/>
                </a:lnTo>
                <a:lnTo>
                  <a:pt x="0" y="5888638"/>
                </a:lnTo>
                <a:lnTo>
                  <a:pt x="0" y="0"/>
                </a:lnTo>
                <a:close/>
              </a:path>
            </a:pathLst>
          </a:custGeom>
          <a:blipFill>
            <a:blip r:embed="rId4"/>
            <a:stretch>
              <a:fillRect l="0" t="0" r="0" b="0"/>
            </a:stretch>
          </a:blipFill>
        </p:spPr>
      </p:sp>
      <p:sp>
        <p:nvSpPr>
          <p:cNvPr name="Freeform 7" id="7"/>
          <p:cNvSpPr/>
          <p:nvPr/>
        </p:nvSpPr>
        <p:spPr>
          <a:xfrm flipH="false" flipV="false" rot="0">
            <a:off x="10599383" y="-1346419"/>
            <a:ext cx="5418762" cy="2965541"/>
          </a:xfrm>
          <a:custGeom>
            <a:avLst/>
            <a:gdLst/>
            <a:ahLst/>
            <a:cxnLst/>
            <a:rect r="r" b="b" t="t" l="l"/>
            <a:pathLst>
              <a:path h="2965541" w="5418762">
                <a:moveTo>
                  <a:pt x="0" y="0"/>
                </a:moveTo>
                <a:lnTo>
                  <a:pt x="5418762" y="0"/>
                </a:lnTo>
                <a:lnTo>
                  <a:pt x="5418762" y="2965541"/>
                </a:lnTo>
                <a:lnTo>
                  <a:pt x="0" y="29655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767964">
            <a:off x="16874997" y="505233"/>
            <a:ext cx="2370177" cy="5888638"/>
          </a:xfrm>
          <a:custGeom>
            <a:avLst/>
            <a:gdLst/>
            <a:ahLst/>
            <a:cxnLst/>
            <a:rect r="r" b="b" t="t" l="l"/>
            <a:pathLst>
              <a:path h="5888638" w="2370177">
                <a:moveTo>
                  <a:pt x="0" y="0"/>
                </a:moveTo>
                <a:lnTo>
                  <a:pt x="2370177" y="0"/>
                </a:lnTo>
                <a:lnTo>
                  <a:pt x="2370177" y="5888638"/>
                </a:lnTo>
                <a:lnTo>
                  <a:pt x="0" y="5888638"/>
                </a:lnTo>
                <a:lnTo>
                  <a:pt x="0" y="0"/>
                </a:lnTo>
                <a:close/>
              </a:path>
            </a:pathLst>
          </a:custGeom>
          <a:blipFill>
            <a:blip r:embed="rId4"/>
            <a:stretch>
              <a:fillRect l="0" t="0" r="0" b="0"/>
            </a:stretch>
          </a:blipFill>
        </p:spPr>
      </p:sp>
      <p:sp>
        <p:nvSpPr>
          <p:cNvPr name="Freeform 9" id="9"/>
          <p:cNvSpPr/>
          <p:nvPr/>
        </p:nvSpPr>
        <p:spPr>
          <a:xfrm flipH="false" flipV="false" rot="0">
            <a:off x="12303080" y="-808726"/>
            <a:ext cx="2407516" cy="2799437"/>
          </a:xfrm>
          <a:custGeom>
            <a:avLst/>
            <a:gdLst/>
            <a:ahLst/>
            <a:cxnLst/>
            <a:rect r="r" b="b" t="t" l="l"/>
            <a:pathLst>
              <a:path h="2799437" w="2407516">
                <a:moveTo>
                  <a:pt x="0" y="0"/>
                </a:moveTo>
                <a:lnTo>
                  <a:pt x="2407515" y="0"/>
                </a:lnTo>
                <a:lnTo>
                  <a:pt x="2407515" y="2799437"/>
                </a:lnTo>
                <a:lnTo>
                  <a:pt x="0" y="27994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2648241" y="8804230"/>
            <a:ext cx="5418762" cy="2965541"/>
          </a:xfrm>
          <a:custGeom>
            <a:avLst/>
            <a:gdLst/>
            <a:ahLst/>
            <a:cxnLst/>
            <a:rect r="r" b="b" t="t" l="l"/>
            <a:pathLst>
              <a:path h="2965541" w="5418762">
                <a:moveTo>
                  <a:pt x="0" y="0"/>
                </a:moveTo>
                <a:lnTo>
                  <a:pt x="5418762" y="0"/>
                </a:lnTo>
                <a:lnTo>
                  <a:pt x="5418762" y="2965540"/>
                </a:lnTo>
                <a:lnTo>
                  <a:pt x="0" y="29655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87162" y="8316410"/>
            <a:ext cx="2407516" cy="2799437"/>
          </a:xfrm>
          <a:custGeom>
            <a:avLst/>
            <a:gdLst/>
            <a:ahLst/>
            <a:cxnLst/>
            <a:rect r="r" b="b" t="t" l="l"/>
            <a:pathLst>
              <a:path h="2799437" w="2407516">
                <a:moveTo>
                  <a:pt x="0" y="0"/>
                </a:moveTo>
                <a:lnTo>
                  <a:pt x="2407515" y="0"/>
                </a:lnTo>
                <a:lnTo>
                  <a:pt x="2407515" y="2799437"/>
                </a:lnTo>
                <a:lnTo>
                  <a:pt x="0" y="27994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979236" y="5987694"/>
            <a:ext cx="8329527" cy="1005473"/>
          </a:xfrm>
          <a:prstGeom prst="rect">
            <a:avLst/>
          </a:prstGeom>
        </p:spPr>
        <p:txBody>
          <a:bodyPr anchor="t" rtlCol="false" tIns="0" lIns="0" bIns="0" rIns="0">
            <a:spAutoFit/>
          </a:bodyPr>
          <a:lstStyle/>
          <a:p>
            <a:pPr algn="ctr" marL="0" indent="0" lvl="0">
              <a:lnSpc>
                <a:spcPts val="8279"/>
              </a:lnSpc>
            </a:pPr>
            <a:r>
              <a:rPr lang="en-US" sz="5913">
                <a:solidFill>
                  <a:srgbClr val="1C3E25"/>
                </a:solidFill>
                <a:latin typeface="Arapey"/>
                <a:ea typeface="Arapey"/>
                <a:cs typeface="Arapey"/>
                <a:sym typeface="Arapey"/>
              </a:rPr>
              <a:t>A Special Gift of Love for Us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7521209"/>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Freeform 4" id="4"/>
          <p:cNvSpPr/>
          <p:nvPr/>
        </p:nvSpPr>
        <p:spPr>
          <a:xfrm flipH="false" flipV="false" rot="-8100000">
            <a:off x="-319236" y="-27657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grpSp>
        <p:nvGrpSpPr>
          <p:cNvPr name="Group 5" id="5"/>
          <p:cNvGrpSpPr/>
          <p:nvPr/>
        </p:nvGrpSpPr>
        <p:grpSpPr>
          <a:xfrm rot="0">
            <a:off x="2311470" y="2991034"/>
            <a:ext cx="13665059" cy="5657850"/>
            <a:chOff x="0" y="0"/>
            <a:chExt cx="3599028" cy="1490133"/>
          </a:xfrm>
        </p:grpSpPr>
        <p:sp>
          <p:nvSpPr>
            <p:cNvPr name="Freeform 6" id="6"/>
            <p:cNvSpPr/>
            <p:nvPr/>
          </p:nvSpPr>
          <p:spPr>
            <a:xfrm flipH="false" flipV="false" rot="0">
              <a:off x="0" y="0"/>
              <a:ext cx="3599028" cy="1490133"/>
            </a:xfrm>
            <a:custGeom>
              <a:avLst/>
              <a:gdLst/>
              <a:ahLst/>
              <a:cxnLst/>
              <a:rect r="r" b="b" t="t" l="l"/>
              <a:pathLst>
                <a:path h="1490133" w="3599028">
                  <a:moveTo>
                    <a:pt x="28894" y="0"/>
                  </a:moveTo>
                  <a:lnTo>
                    <a:pt x="3570134" y="0"/>
                  </a:lnTo>
                  <a:cubicBezTo>
                    <a:pt x="3577797" y="0"/>
                    <a:pt x="3585146" y="3044"/>
                    <a:pt x="3590565" y="8463"/>
                  </a:cubicBezTo>
                  <a:cubicBezTo>
                    <a:pt x="3595984" y="13882"/>
                    <a:pt x="3599028" y="21231"/>
                    <a:pt x="3599028" y="28894"/>
                  </a:cubicBezTo>
                  <a:lnTo>
                    <a:pt x="3599028" y="1461239"/>
                  </a:lnTo>
                  <a:cubicBezTo>
                    <a:pt x="3599028" y="1468903"/>
                    <a:pt x="3595984" y="1476252"/>
                    <a:pt x="3590565" y="1481671"/>
                  </a:cubicBezTo>
                  <a:cubicBezTo>
                    <a:pt x="3585146" y="1487089"/>
                    <a:pt x="3577797" y="1490133"/>
                    <a:pt x="3570134" y="1490133"/>
                  </a:cubicBezTo>
                  <a:lnTo>
                    <a:pt x="28894" y="1490133"/>
                  </a:lnTo>
                  <a:cubicBezTo>
                    <a:pt x="12936" y="1490133"/>
                    <a:pt x="0" y="1477197"/>
                    <a:pt x="0" y="1461239"/>
                  </a:cubicBezTo>
                  <a:lnTo>
                    <a:pt x="0" y="28894"/>
                  </a:lnTo>
                  <a:cubicBezTo>
                    <a:pt x="0" y="21231"/>
                    <a:pt x="3044" y="13882"/>
                    <a:pt x="8463" y="8463"/>
                  </a:cubicBezTo>
                  <a:cubicBezTo>
                    <a:pt x="13882" y="3044"/>
                    <a:pt x="21231" y="0"/>
                    <a:pt x="28894" y="0"/>
                  </a:cubicBezTo>
                  <a:close/>
                </a:path>
              </a:pathLst>
            </a:custGeom>
            <a:solidFill>
              <a:srgbClr val="F4F7F6"/>
            </a:solidFill>
            <a:ln w="85725" cap="rnd">
              <a:solidFill>
                <a:srgbClr val="6C8D64"/>
              </a:solidFill>
              <a:prstDash val="solid"/>
              <a:round/>
            </a:ln>
          </p:spPr>
        </p:sp>
        <p:sp>
          <p:nvSpPr>
            <p:cNvPr name="TextBox 7" id="7"/>
            <p:cNvSpPr txBox="true"/>
            <p:nvPr/>
          </p:nvSpPr>
          <p:spPr>
            <a:xfrm>
              <a:off x="0" y="-38100"/>
              <a:ext cx="3599028" cy="15282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1677583">
            <a:off x="-532684" y="724414"/>
            <a:ext cx="1893989" cy="4705563"/>
          </a:xfrm>
          <a:custGeom>
            <a:avLst/>
            <a:gdLst/>
            <a:ahLst/>
            <a:cxnLst/>
            <a:rect r="r" b="b" t="t" l="l"/>
            <a:pathLst>
              <a:path h="4705563" w="1893989">
                <a:moveTo>
                  <a:pt x="0" y="0"/>
                </a:moveTo>
                <a:lnTo>
                  <a:pt x="1893989" y="0"/>
                </a:lnTo>
                <a:lnTo>
                  <a:pt x="1893989" y="4705563"/>
                </a:lnTo>
                <a:lnTo>
                  <a:pt x="0" y="4705563"/>
                </a:lnTo>
                <a:lnTo>
                  <a:pt x="0" y="0"/>
                </a:lnTo>
                <a:close/>
              </a:path>
            </a:pathLst>
          </a:custGeom>
          <a:blipFill>
            <a:blip r:embed="rId4"/>
            <a:stretch>
              <a:fillRect l="0" t="0" r="0" b="0"/>
            </a:stretch>
          </a:blipFill>
        </p:spPr>
      </p:sp>
      <p:sp>
        <p:nvSpPr>
          <p:cNvPr name="Freeform 9" id="9"/>
          <p:cNvSpPr/>
          <p:nvPr/>
        </p:nvSpPr>
        <p:spPr>
          <a:xfrm flipH="false" flipV="false" rot="-7787594">
            <a:off x="15839410" y="5778635"/>
            <a:ext cx="1893989" cy="4705563"/>
          </a:xfrm>
          <a:custGeom>
            <a:avLst/>
            <a:gdLst/>
            <a:ahLst/>
            <a:cxnLst/>
            <a:rect r="r" b="b" t="t" l="l"/>
            <a:pathLst>
              <a:path h="4705563" w="1893989">
                <a:moveTo>
                  <a:pt x="0" y="0"/>
                </a:moveTo>
                <a:lnTo>
                  <a:pt x="1893989" y="0"/>
                </a:lnTo>
                <a:lnTo>
                  <a:pt x="1893989" y="4705563"/>
                </a:lnTo>
                <a:lnTo>
                  <a:pt x="0" y="4705563"/>
                </a:lnTo>
                <a:lnTo>
                  <a:pt x="0" y="0"/>
                </a:lnTo>
                <a:close/>
              </a:path>
            </a:pathLst>
          </a:custGeom>
          <a:blipFill>
            <a:blip r:embed="rId4"/>
            <a:stretch>
              <a:fillRect l="0" t="0" r="0" b="0"/>
            </a:stretch>
          </a:blipFill>
        </p:spPr>
      </p:sp>
      <p:grpSp>
        <p:nvGrpSpPr>
          <p:cNvPr name="Group 10" id="10"/>
          <p:cNvGrpSpPr/>
          <p:nvPr/>
        </p:nvGrpSpPr>
        <p:grpSpPr>
          <a:xfrm rot="0">
            <a:off x="10789491" y="3532902"/>
            <a:ext cx="4489579" cy="4574115"/>
            <a:chOff x="0" y="0"/>
            <a:chExt cx="695553" cy="708650"/>
          </a:xfrm>
        </p:grpSpPr>
        <p:sp>
          <p:nvSpPr>
            <p:cNvPr name="Freeform 11" id="11"/>
            <p:cNvSpPr/>
            <p:nvPr/>
          </p:nvSpPr>
          <p:spPr>
            <a:xfrm flipH="false" flipV="false" rot="0">
              <a:off x="0" y="0"/>
              <a:ext cx="695553" cy="708650"/>
            </a:xfrm>
            <a:custGeom>
              <a:avLst/>
              <a:gdLst/>
              <a:ahLst/>
              <a:cxnLst/>
              <a:rect r="r" b="b" t="t" l="l"/>
              <a:pathLst>
                <a:path h="708650" w="695553">
                  <a:moveTo>
                    <a:pt x="39662" y="0"/>
                  </a:moveTo>
                  <a:lnTo>
                    <a:pt x="655892" y="0"/>
                  </a:lnTo>
                  <a:cubicBezTo>
                    <a:pt x="677796" y="0"/>
                    <a:pt x="695553" y="17757"/>
                    <a:pt x="695553" y="39662"/>
                  </a:cubicBezTo>
                  <a:lnTo>
                    <a:pt x="695553" y="668988"/>
                  </a:lnTo>
                  <a:cubicBezTo>
                    <a:pt x="695553" y="690893"/>
                    <a:pt x="677796" y="708650"/>
                    <a:pt x="655892" y="708650"/>
                  </a:cubicBezTo>
                  <a:lnTo>
                    <a:pt x="39662" y="708650"/>
                  </a:lnTo>
                  <a:cubicBezTo>
                    <a:pt x="17757" y="708650"/>
                    <a:pt x="0" y="690893"/>
                    <a:pt x="0" y="668988"/>
                  </a:cubicBezTo>
                  <a:lnTo>
                    <a:pt x="0" y="39662"/>
                  </a:lnTo>
                  <a:cubicBezTo>
                    <a:pt x="0" y="17757"/>
                    <a:pt x="17757" y="0"/>
                    <a:pt x="39662" y="0"/>
                  </a:cubicBezTo>
                  <a:close/>
                </a:path>
              </a:pathLst>
            </a:custGeom>
            <a:blipFill>
              <a:blip r:embed="rId5"/>
              <a:stretch>
                <a:fillRect l="-113" t="0" r="-113" b="0"/>
              </a:stretch>
            </a:blipFill>
            <a:ln w="38100" cap="rnd">
              <a:solidFill>
                <a:srgbClr val="8DAA85"/>
              </a:solidFill>
              <a:prstDash val="solid"/>
              <a:round/>
            </a:ln>
          </p:spPr>
        </p:sp>
      </p:grpSp>
      <p:sp>
        <p:nvSpPr>
          <p:cNvPr name="TextBox 12" id="12"/>
          <p:cNvSpPr txBox="true"/>
          <p:nvPr/>
        </p:nvSpPr>
        <p:spPr>
          <a:xfrm rot="0">
            <a:off x="3008931" y="876300"/>
            <a:ext cx="12270139" cy="1256861"/>
          </a:xfrm>
          <a:prstGeom prst="rect">
            <a:avLst/>
          </a:prstGeom>
        </p:spPr>
        <p:txBody>
          <a:bodyPr anchor="t" rtlCol="false" tIns="0" lIns="0" bIns="0" rIns="0">
            <a:spAutoFit/>
          </a:bodyPr>
          <a:lstStyle/>
          <a:p>
            <a:pPr algn="ctr" marL="0" indent="0" lvl="0">
              <a:lnSpc>
                <a:spcPts val="10181"/>
              </a:lnSpc>
            </a:pPr>
            <a:r>
              <a:rPr lang="en-US" sz="7272">
                <a:solidFill>
                  <a:srgbClr val="1C3E25"/>
                </a:solidFill>
                <a:latin typeface="Gilda Display"/>
                <a:ea typeface="Gilda Display"/>
                <a:cs typeface="Gilda Display"/>
                <a:sym typeface="Gilda Display"/>
              </a:rPr>
              <a:t>GOD'S GREATEST LOVE</a:t>
            </a:r>
          </a:p>
        </p:txBody>
      </p:sp>
      <p:sp>
        <p:nvSpPr>
          <p:cNvPr name="TextBox 13" id="13"/>
          <p:cNvSpPr txBox="true"/>
          <p:nvPr/>
        </p:nvSpPr>
        <p:spPr>
          <a:xfrm rot="0">
            <a:off x="3008931" y="3698955"/>
            <a:ext cx="7160560" cy="3245485"/>
          </a:xfrm>
          <a:prstGeom prst="rect">
            <a:avLst/>
          </a:prstGeom>
        </p:spPr>
        <p:txBody>
          <a:bodyPr anchor="t" rtlCol="false" tIns="0" lIns="0" bIns="0" rIns="0">
            <a:spAutoFit/>
          </a:bodyPr>
          <a:lstStyle/>
          <a:p>
            <a:pPr algn="l" marL="0" indent="0" lvl="0">
              <a:lnSpc>
                <a:spcPts val="4339"/>
              </a:lnSpc>
            </a:pPr>
            <a:r>
              <a:rPr lang="en-US" sz="3099">
                <a:solidFill>
                  <a:srgbClr val="1C3E25"/>
                </a:solidFill>
                <a:latin typeface="Arapey"/>
                <a:ea typeface="Arapey"/>
                <a:cs typeface="Arapey"/>
                <a:sym typeface="Arapey"/>
              </a:rPr>
              <a:t>"No one has greater love than this,</a:t>
            </a:r>
          </a:p>
          <a:p>
            <a:pPr algn="l" marL="0" indent="0" lvl="0">
              <a:lnSpc>
                <a:spcPts val="4339"/>
              </a:lnSpc>
            </a:pPr>
            <a:r>
              <a:rPr lang="en-US" sz="3099">
                <a:solidFill>
                  <a:srgbClr val="1C3E25"/>
                </a:solidFill>
                <a:latin typeface="Arapey"/>
                <a:ea typeface="Arapey"/>
                <a:cs typeface="Arapey"/>
                <a:sym typeface="Arapey"/>
              </a:rPr>
              <a:t>to lay down one's life for one's friends."</a:t>
            </a:r>
          </a:p>
          <a:p>
            <a:pPr algn="l" marL="0" indent="0" lvl="0">
              <a:lnSpc>
                <a:spcPts val="4339"/>
              </a:lnSpc>
            </a:pPr>
            <a:r>
              <a:rPr lang="en-US" sz="3099">
                <a:solidFill>
                  <a:srgbClr val="1C3E25"/>
                </a:solidFill>
                <a:latin typeface="Arapey"/>
                <a:ea typeface="Arapey"/>
                <a:cs typeface="Arapey"/>
                <a:sym typeface="Arapey"/>
              </a:rPr>
              <a:t>— John 15:13</a:t>
            </a:r>
          </a:p>
          <a:p>
            <a:pPr algn="l" marL="0" indent="0" lvl="0">
              <a:lnSpc>
                <a:spcPts val="4339"/>
              </a:lnSpc>
            </a:pPr>
            <a:r>
              <a:rPr lang="en-US" sz="3099">
                <a:solidFill>
                  <a:srgbClr val="1C3E25"/>
                </a:solidFill>
                <a:latin typeface="Arapey"/>
                <a:ea typeface="Arapey"/>
                <a:cs typeface="Arapey"/>
                <a:sym typeface="Arapey"/>
              </a:rPr>
              <a:t>Jesus said these words to teach us</a:t>
            </a:r>
          </a:p>
          <a:p>
            <a:pPr algn="l" marL="0" indent="0" lvl="0">
              <a:lnSpc>
                <a:spcPts val="4339"/>
              </a:lnSpc>
            </a:pPr>
            <a:r>
              <a:rPr lang="en-US" sz="3099">
                <a:solidFill>
                  <a:srgbClr val="1C3E25"/>
                </a:solidFill>
                <a:latin typeface="Arapey"/>
                <a:ea typeface="Arapey"/>
                <a:cs typeface="Arapey"/>
                <a:sym typeface="Arapey"/>
              </a:rPr>
              <a:t>how much He loves each one of us.</a:t>
            </a:r>
          </a:p>
          <a:p>
            <a:pPr algn="l" marL="0" indent="0" lvl="0">
              <a:lnSpc>
                <a:spcPts val="4339"/>
              </a:lnSpc>
            </a:pPr>
            <a:r>
              <a:rPr lang="en-US" sz="3099">
                <a:solidFill>
                  <a:srgbClr val="1C3E25"/>
                </a:solidFill>
                <a:latin typeface="Arapey"/>
                <a:ea typeface="Arapey"/>
                <a:cs typeface="Arapey"/>
                <a:sym typeface="Arapey"/>
              </a:rPr>
              <a:t>His love is the greatest love of all.</a:t>
            </a:r>
          </a:p>
        </p:txBody>
      </p:sp>
      <p:sp>
        <p:nvSpPr>
          <p:cNvPr name="Freeform 14" id="14"/>
          <p:cNvSpPr/>
          <p:nvPr/>
        </p:nvSpPr>
        <p:spPr>
          <a:xfrm flipH="false" flipV="false" rot="0">
            <a:off x="13904525" y="-808963"/>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5087685" y="-435553"/>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19552" y="8437589"/>
            <a:ext cx="3763145" cy="2059467"/>
          </a:xfrm>
          <a:custGeom>
            <a:avLst/>
            <a:gdLst/>
            <a:ahLst/>
            <a:cxnLst/>
            <a:rect r="r" b="b" t="t" l="l"/>
            <a:pathLst>
              <a:path h="2059467" w="3763145">
                <a:moveTo>
                  <a:pt x="0" y="0"/>
                </a:moveTo>
                <a:lnTo>
                  <a:pt x="3763146" y="0"/>
                </a:lnTo>
                <a:lnTo>
                  <a:pt x="3763146" y="2059467"/>
                </a:lnTo>
                <a:lnTo>
                  <a:pt x="0" y="20594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63608" y="8810999"/>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7521209"/>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Freeform 4" id="4"/>
          <p:cNvSpPr/>
          <p:nvPr/>
        </p:nvSpPr>
        <p:spPr>
          <a:xfrm flipH="false" flipV="false" rot="-8100000">
            <a:off x="-319236" y="-27657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grpSp>
        <p:nvGrpSpPr>
          <p:cNvPr name="Group 5" id="5"/>
          <p:cNvGrpSpPr/>
          <p:nvPr/>
        </p:nvGrpSpPr>
        <p:grpSpPr>
          <a:xfrm rot="0">
            <a:off x="2311470" y="2991034"/>
            <a:ext cx="5381827" cy="5657850"/>
            <a:chOff x="0" y="0"/>
            <a:chExt cx="1417436" cy="1490133"/>
          </a:xfrm>
        </p:grpSpPr>
        <p:sp>
          <p:nvSpPr>
            <p:cNvPr name="Freeform 6" id="6"/>
            <p:cNvSpPr/>
            <p:nvPr/>
          </p:nvSpPr>
          <p:spPr>
            <a:xfrm flipH="false" flipV="false" rot="0">
              <a:off x="0" y="0"/>
              <a:ext cx="1417436" cy="1490133"/>
            </a:xfrm>
            <a:custGeom>
              <a:avLst/>
              <a:gdLst/>
              <a:ahLst/>
              <a:cxnLst/>
              <a:rect r="r" b="b" t="t" l="l"/>
              <a:pathLst>
                <a:path h="1490133" w="1417436">
                  <a:moveTo>
                    <a:pt x="73365" y="0"/>
                  </a:moveTo>
                  <a:lnTo>
                    <a:pt x="1344071" y="0"/>
                  </a:lnTo>
                  <a:cubicBezTo>
                    <a:pt x="1363529" y="0"/>
                    <a:pt x="1382189" y="7730"/>
                    <a:pt x="1395948" y="21488"/>
                  </a:cubicBezTo>
                  <a:cubicBezTo>
                    <a:pt x="1409707" y="35247"/>
                    <a:pt x="1417436" y="53907"/>
                    <a:pt x="1417436" y="73365"/>
                  </a:cubicBezTo>
                  <a:lnTo>
                    <a:pt x="1417436" y="1416768"/>
                  </a:lnTo>
                  <a:cubicBezTo>
                    <a:pt x="1417436" y="1436226"/>
                    <a:pt x="1409707" y="1454887"/>
                    <a:pt x="1395948" y="1468645"/>
                  </a:cubicBezTo>
                  <a:cubicBezTo>
                    <a:pt x="1382189" y="1482404"/>
                    <a:pt x="1363529" y="1490133"/>
                    <a:pt x="1344071" y="1490133"/>
                  </a:cubicBezTo>
                  <a:lnTo>
                    <a:pt x="73365" y="1490133"/>
                  </a:lnTo>
                  <a:cubicBezTo>
                    <a:pt x="32847" y="1490133"/>
                    <a:pt x="0" y="1457287"/>
                    <a:pt x="0" y="1416768"/>
                  </a:cubicBezTo>
                  <a:lnTo>
                    <a:pt x="0" y="73365"/>
                  </a:lnTo>
                  <a:cubicBezTo>
                    <a:pt x="0" y="53907"/>
                    <a:pt x="7730" y="35247"/>
                    <a:pt x="21488" y="21488"/>
                  </a:cubicBezTo>
                  <a:cubicBezTo>
                    <a:pt x="35247" y="7730"/>
                    <a:pt x="53907" y="0"/>
                    <a:pt x="73365" y="0"/>
                  </a:cubicBezTo>
                  <a:close/>
                </a:path>
              </a:pathLst>
            </a:custGeom>
            <a:solidFill>
              <a:srgbClr val="F4F7F6"/>
            </a:solidFill>
            <a:ln w="85725" cap="rnd">
              <a:solidFill>
                <a:srgbClr val="6C8D64"/>
              </a:solidFill>
              <a:prstDash val="solid"/>
              <a:round/>
            </a:ln>
          </p:spPr>
        </p:sp>
        <p:sp>
          <p:nvSpPr>
            <p:cNvPr name="TextBox 7" id="7"/>
            <p:cNvSpPr txBox="true"/>
            <p:nvPr/>
          </p:nvSpPr>
          <p:spPr>
            <a:xfrm>
              <a:off x="0" y="-38100"/>
              <a:ext cx="1417436" cy="15282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1786437">
            <a:off x="81705" y="1740536"/>
            <a:ext cx="1893989" cy="4705563"/>
          </a:xfrm>
          <a:custGeom>
            <a:avLst/>
            <a:gdLst/>
            <a:ahLst/>
            <a:cxnLst/>
            <a:rect r="r" b="b" t="t" l="l"/>
            <a:pathLst>
              <a:path h="4705563" w="1893989">
                <a:moveTo>
                  <a:pt x="0" y="0"/>
                </a:moveTo>
                <a:lnTo>
                  <a:pt x="1893990" y="0"/>
                </a:lnTo>
                <a:lnTo>
                  <a:pt x="1893990" y="4705563"/>
                </a:lnTo>
                <a:lnTo>
                  <a:pt x="0" y="4705563"/>
                </a:lnTo>
                <a:lnTo>
                  <a:pt x="0" y="0"/>
                </a:lnTo>
                <a:close/>
              </a:path>
            </a:pathLst>
          </a:custGeom>
          <a:blipFill>
            <a:blip r:embed="rId4"/>
            <a:stretch>
              <a:fillRect l="0" t="0" r="0" b="0"/>
            </a:stretch>
          </a:blipFill>
        </p:spPr>
      </p:sp>
      <p:sp>
        <p:nvSpPr>
          <p:cNvPr name="Freeform 9" id="9"/>
          <p:cNvSpPr/>
          <p:nvPr/>
        </p:nvSpPr>
        <p:spPr>
          <a:xfrm flipH="false" flipV="false" rot="-8784423">
            <a:off x="16840656" y="2874122"/>
            <a:ext cx="1893989" cy="4705563"/>
          </a:xfrm>
          <a:custGeom>
            <a:avLst/>
            <a:gdLst/>
            <a:ahLst/>
            <a:cxnLst/>
            <a:rect r="r" b="b" t="t" l="l"/>
            <a:pathLst>
              <a:path h="4705563" w="1893989">
                <a:moveTo>
                  <a:pt x="0" y="0"/>
                </a:moveTo>
                <a:lnTo>
                  <a:pt x="1893989" y="0"/>
                </a:lnTo>
                <a:lnTo>
                  <a:pt x="1893989" y="4705563"/>
                </a:lnTo>
                <a:lnTo>
                  <a:pt x="0" y="4705563"/>
                </a:lnTo>
                <a:lnTo>
                  <a:pt x="0" y="0"/>
                </a:lnTo>
                <a:close/>
              </a:path>
            </a:pathLst>
          </a:custGeom>
          <a:blipFill>
            <a:blip r:embed="rId4"/>
            <a:stretch>
              <a:fillRect l="0" t="0" r="0" b="0"/>
            </a:stretch>
          </a:blipFill>
        </p:spPr>
      </p:sp>
      <p:sp>
        <p:nvSpPr>
          <p:cNvPr name="Freeform 10" id="10"/>
          <p:cNvSpPr/>
          <p:nvPr/>
        </p:nvSpPr>
        <p:spPr>
          <a:xfrm flipH="false" flipV="false" rot="0">
            <a:off x="1074634" y="2047030"/>
            <a:ext cx="7425583" cy="5578469"/>
          </a:xfrm>
          <a:custGeom>
            <a:avLst/>
            <a:gdLst/>
            <a:ahLst/>
            <a:cxnLst/>
            <a:rect r="r" b="b" t="t" l="l"/>
            <a:pathLst>
              <a:path h="5578469" w="7425583">
                <a:moveTo>
                  <a:pt x="0" y="0"/>
                </a:moveTo>
                <a:lnTo>
                  <a:pt x="7425582" y="0"/>
                </a:lnTo>
                <a:lnTo>
                  <a:pt x="7425582" y="5578469"/>
                </a:lnTo>
                <a:lnTo>
                  <a:pt x="0" y="5578469"/>
                </a:lnTo>
                <a:lnTo>
                  <a:pt x="0" y="0"/>
                </a:lnTo>
                <a:close/>
              </a:path>
            </a:pathLst>
          </a:custGeom>
          <a:blipFill>
            <a:blip r:embed="rId5"/>
            <a:stretch>
              <a:fillRect l="0" t="0" r="0" b="0"/>
            </a:stretch>
          </a:blipFill>
        </p:spPr>
      </p:sp>
      <p:sp>
        <p:nvSpPr>
          <p:cNvPr name="TextBox 11" id="11"/>
          <p:cNvSpPr txBox="true"/>
          <p:nvPr/>
        </p:nvSpPr>
        <p:spPr>
          <a:xfrm rot="0">
            <a:off x="5657701" y="895350"/>
            <a:ext cx="6972599" cy="1174927"/>
          </a:xfrm>
          <a:prstGeom prst="rect">
            <a:avLst/>
          </a:prstGeom>
        </p:spPr>
        <p:txBody>
          <a:bodyPr anchor="t" rtlCol="false" tIns="0" lIns="0" bIns="0" rIns="0">
            <a:spAutoFit/>
          </a:bodyPr>
          <a:lstStyle/>
          <a:p>
            <a:pPr algn="ctr" marL="0" indent="0" lvl="0">
              <a:lnSpc>
                <a:spcPts val="9594"/>
              </a:lnSpc>
            </a:pPr>
            <a:r>
              <a:rPr lang="en-US" sz="6853">
                <a:solidFill>
                  <a:srgbClr val="1C3E25"/>
                </a:solidFill>
                <a:latin typeface="Gilda Display"/>
                <a:ea typeface="Gilda Display"/>
                <a:cs typeface="Gilda Display"/>
                <a:sym typeface="Gilda Display"/>
              </a:rPr>
              <a:t>JESUS LOVES US</a:t>
            </a:r>
          </a:p>
        </p:txBody>
      </p:sp>
      <p:grpSp>
        <p:nvGrpSpPr>
          <p:cNvPr name="Group 12" id="12"/>
          <p:cNvGrpSpPr/>
          <p:nvPr/>
        </p:nvGrpSpPr>
        <p:grpSpPr>
          <a:xfrm rot="0">
            <a:off x="7973262" y="2991034"/>
            <a:ext cx="8420941" cy="5657850"/>
            <a:chOff x="0" y="0"/>
            <a:chExt cx="2217861" cy="1490133"/>
          </a:xfrm>
        </p:grpSpPr>
        <p:sp>
          <p:nvSpPr>
            <p:cNvPr name="Freeform 13" id="13"/>
            <p:cNvSpPr/>
            <p:nvPr/>
          </p:nvSpPr>
          <p:spPr>
            <a:xfrm flipH="false" flipV="false" rot="0">
              <a:off x="0" y="0"/>
              <a:ext cx="2217861" cy="1490133"/>
            </a:xfrm>
            <a:custGeom>
              <a:avLst/>
              <a:gdLst/>
              <a:ahLst/>
              <a:cxnLst/>
              <a:rect r="r" b="b" t="t" l="l"/>
              <a:pathLst>
                <a:path h="1490133" w="2217861">
                  <a:moveTo>
                    <a:pt x="46888" y="0"/>
                  </a:moveTo>
                  <a:lnTo>
                    <a:pt x="2170973" y="0"/>
                  </a:lnTo>
                  <a:cubicBezTo>
                    <a:pt x="2183409" y="0"/>
                    <a:pt x="2195335" y="4940"/>
                    <a:pt x="2204128" y="13733"/>
                  </a:cubicBezTo>
                  <a:cubicBezTo>
                    <a:pt x="2212921" y="22526"/>
                    <a:pt x="2217861" y="34452"/>
                    <a:pt x="2217861" y="46888"/>
                  </a:cubicBezTo>
                  <a:lnTo>
                    <a:pt x="2217861" y="1443246"/>
                  </a:lnTo>
                  <a:cubicBezTo>
                    <a:pt x="2217861" y="1455681"/>
                    <a:pt x="2212921" y="1467607"/>
                    <a:pt x="2204128" y="1476400"/>
                  </a:cubicBezTo>
                  <a:cubicBezTo>
                    <a:pt x="2195335" y="1485193"/>
                    <a:pt x="2183409" y="1490133"/>
                    <a:pt x="2170973" y="1490133"/>
                  </a:cubicBezTo>
                  <a:lnTo>
                    <a:pt x="46888" y="1490133"/>
                  </a:lnTo>
                  <a:cubicBezTo>
                    <a:pt x="34452" y="1490133"/>
                    <a:pt x="22526" y="1485193"/>
                    <a:pt x="13733" y="1476400"/>
                  </a:cubicBezTo>
                  <a:cubicBezTo>
                    <a:pt x="4940" y="1467607"/>
                    <a:pt x="0" y="1455681"/>
                    <a:pt x="0" y="1443246"/>
                  </a:cubicBezTo>
                  <a:lnTo>
                    <a:pt x="0" y="46888"/>
                  </a:lnTo>
                  <a:cubicBezTo>
                    <a:pt x="0" y="34452"/>
                    <a:pt x="4940" y="22526"/>
                    <a:pt x="13733" y="13733"/>
                  </a:cubicBezTo>
                  <a:cubicBezTo>
                    <a:pt x="22526" y="4940"/>
                    <a:pt x="34452" y="0"/>
                    <a:pt x="46888" y="0"/>
                  </a:cubicBezTo>
                  <a:close/>
                </a:path>
              </a:pathLst>
            </a:custGeom>
            <a:solidFill>
              <a:srgbClr val="F4F7F6"/>
            </a:solidFill>
            <a:ln w="85725" cap="rnd">
              <a:solidFill>
                <a:srgbClr val="6C8D64"/>
              </a:solidFill>
              <a:prstDash val="solid"/>
              <a:round/>
            </a:ln>
          </p:spPr>
        </p:sp>
        <p:sp>
          <p:nvSpPr>
            <p:cNvPr name="TextBox 14" id="14"/>
            <p:cNvSpPr txBox="true"/>
            <p:nvPr/>
          </p:nvSpPr>
          <p:spPr>
            <a:xfrm>
              <a:off x="0" y="-38100"/>
              <a:ext cx="2217861" cy="15282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8670418" y="3708480"/>
            <a:ext cx="7026628" cy="4376040"/>
          </a:xfrm>
          <a:prstGeom prst="rect">
            <a:avLst/>
          </a:prstGeom>
        </p:spPr>
        <p:txBody>
          <a:bodyPr anchor="t" rtlCol="false" tIns="0" lIns="0" bIns="0" rIns="0">
            <a:spAutoFit/>
          </a:bodyPr>
          <a:lstStyle/>
          <a:p>
            <a:pPr algn="l" marL="0" indent="0" lvl="0">
              <a:lnSpc>
                <a:spcPts val="3450"/>
              </a:lnSpc>
            </a:pPr>
            <a:r>
              <a:rPr lang="en-US" sz="2464">
                <a:solidFill>
                  <a:srgbClr val="1C3E25"/>
                </a:solidFill>
                <a:latin typeface="Arapey"/>
                <a:ea typeface="Arapey"/>
                <a:cs typeface="Arapey"/>
                <a:sym typeface="Arapey"/>
              </a:rPr>
              <a:t>Jesus loves us so much that He gave us the greatest gift of all — Himself!</a:t>
            </a:r>
          </a:p>
          <a:p>
            <a:pPr algn="l" marL="0" indent="0" lvl="0">
              <a:lnSpc>
                <a:spcPts val="3450"/>
              </a:lnSpc>
            </a:pPr>
            <a:r>
              <a:rPr lang="en-US" sz="2464">
                <a:solidFill>
                  <a:srgbClr val="1C3E25"/>
                </a:solidFill>
                <a:latin typeface="Arapey"/>
                <a:ea typeface="Arapey"/>
                <a:cs typeface="Arapey"/>
                <a:sym typeface="Arapey"/>
              </a:rPr>
              <a:t>In the Eucharist, Jesus comes to be with us in a very special way. He shares His own life with us because He wants to be close to us always.</a:t>
            </a:r>
          </a:p>
          <a:p>
            <a:pPr algn="l" marL="0" indent="0" lvl="0">
              <a:lnSpc>
                <a:spcPts val="3450"/>
              </a:lnSpc>
            </a:pPr>
            <a:r>
              <a:rPr lang="en-US" sz="2464">
                <a:solidFill>
                  <a:srgbClr val="1C3E25"/>
                </a:solidFill>
                <a:latin typeface="Arapey"/>
                <a:ea typeface="Arapey"/>
                <a:cs typeface="Arapey"/>
                <a:sym typeface="Arapey"/>
              </a:rPr>
              <a:t>"Greater love has no one than this: to lay down one's life for one's friends."</a:t>
            </a:r>
          </a:p>
          <a:p>
            <a:pPr algn="l" marL="0" indent="0" lvl="0">
              <a:lnSpc>
                <a:spcPts val="3450"/>
              </a:lnSpc>
            </a:pPr>
            <a:r>
              <a:rPr lang="en-US" sz="2464">
                <a:solidFill>
                  <a:srgbClr val="1C3E25"/>
                </a:solidFill>
                <a:latin typeface="Arapey"/>
                <a:ea typeface="Arapey"/>
                <a:cs typeface="Arapey"/>
                <a:sym typeface="Arapey"/>
              </a:rPr>
              <a:t>— John 15:13</a:t>
            </a:r>
          </a:p>
          <a:p>
            <a:pPr algn="l" marL="0" indent="0" lvl="0">
              <a:lnSpc>
                <a:spcPts val="3450"/>
              </a:lnSpc>
            </a:pPr>
            <a:r>
              <a:rPr lang="en-US" sz="2464">
                <a:solidFill>
                  <a:srgbClr val="1C3E25"/>
                </a:solidFill>
                <a:latin typeface="Arapey"/>
                <a:ea typeface="Arapey"/>
                <a:cs typeface="Arapey"/>
                <a:sym typeface="Arapey"/>
              </a:rPr>
              <a:t>Every time we receive the Eucharist, Jesus is saying: "I love you. I am here with you."</a:t>
            </a:r>
          </a:p>
        </p:txBody>
      </p:sp>
      <p:sp>
        <p:nvSpPr>
          <p:cNvPr name="Freeform 16" id="16"/>
          <p:cNvSpPr/>
          <p:nvPr/>
        </p:nvSpPr>
        <p:spPr>
          <a:xfrm flipH="false" flipV="false" rot="0">
            <a:off x="13161347" y="-736657"/>
            <a:ext cx="3763145" cy="2059467"/>
          </a:xfrm>
          <a:custGeom>
            <a:avLst/>
            <a:gdLst/>
            <a:ahLst/>
            <a:cxnLst/>
            <a:rect r="r" b="b" t="t" l="l"/>
            <a:pathLst>
              <a:path h="2059467" w="3763145">
                <a:moveTo>
                  <a:pt x="0" y="0"/>
                </a:moveTo>
                <a:lnTo>
                  <a:pt x="3763146" y="0"/>
                </a:lnTo>
                <a:lnTo>
                  <a:pt x="3763146" y="2059467"/>
                </a:lnTo>
                <a:lnTo>
                  <a:pt x="0" y="20594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344507" y="-363248"/>
            <a:ext cx="1671937" cy="1944113"/>
          </a:xfrm>
          <a:custGeom>
            <a:avLst/>
            <a:gdLst/>
            <a:ahLst/>
            <a:cxnLst/>
            <a:rect r="r" b="b" t="t" l="l"/>
            <a:pathLst>
              <a:path h="1944113" w="1671937">
                <a:moveTo>
                  <a:pt x="0" y="0"/>
                </a:moveTo>
                <a:lnTo>
                  <a:pt x="1671937" y="0"/>
                </a:lnTo>
                <a:lnTo>
                  <a:pt x="1671937" y="1944114"/>
                </a:lnTo>
                <a:lnTo>
                  <a:pt x="0" y="19441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028700" y="8490337"/>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2211859" y="8863747"/>
            <a:ext cx="1671937" cy="1944113"/>
          </a:xfrm>
          <a:custGeom>
            <a:avLst/>
            <a:gdLst/>
            <a:ahLst/>
            <a:cxnLst/>
            <a:rect r="r" b="b" t="t" l="l"/>
            <a:pathLst>
              <a:path h="1944113" w="1671937">
                <a:moveTo>
                  <a:pt x="0" y="0"/>
                </a:moveTo>
                <a:lnTo>
                  <a:pt x="1671938" y="0"/>
                </a:lnTo>
                <a:lnTo>
                  <a:pt x="1671938" y="1944113"/>
                </a:lnTo>
                <a:lnTo>
                  <a:pt x="0" y="19441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7521209"/>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Freeform 4" id="4"/>
          <p:cNvSpPr/>
          <p:nvPr/>
        </p:nvSpPr>
        <p:spPr>
          <a:xfrm flipH="false" flipV="false" rot="-8100000">
            <a:off x="-319236" y="-27657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grpSp>
        <p:nvGrpSpPr>
          <p:cNvPr name="Group 5" id="5"/>
          <p:cNvGrpSpPr/>
          <p:nvPr/>
        </p:nvGrpSpPr>
        <p:grpSpPr>
          <a:xfrm rot="0">
            <a:off x="2311470" y="2991034"/>
            <a:ext cx="13665059" cy="5657850"/>
            <a:chOff x="0" y="0"/>
            <a:chExt cx="3599028" cy="1490133"/>
          </a:xfrm>
        </p:grpSpPr>
        <p:sp>
          <p:nvSpPr>
            <p:cNvPr name="Freeform 6" id="6"/>
            <p:cNvSpPr/>
            <p:nvPr/>
          </p:nvSpPr>
          <p:spPr>
            <a:xfrm flipH="false" flipV="false" rot="0">
              <a:off x="0" y="0"/>
              <a:ext cx="3599028" cy="1490133"/>
            </a:xfrm>
            <a:custGeom>
              <a:avLst/>
              <a:gdLst/>
              <a:ahLst/>
              <a:cxnLst/>
              <a:rect r="r" b="b" t="t" l="l"/>
              <a:pathLst>
                <a:path h="1490133" w="3599028">
                  <a:moveTo>
                    <a:pt x="28894" y="0"/>
                  </a:moveTo>
                  <a:lnTo>
                    <a:pt x="3570134" y="0"/>
                  </a:lnTo>
                  <a:cubicBezTo>
                    <a:pt x="3577797" y="0"/>
                    <a:pt x="3585146" y="3044"/>
                    <a:pt x="3590565" y="8463"/>
                  </a:cubicBezTo>
                  <a:cubicBezTo>
                    <a:pt x="3595984" y="13882"/>
                    <a:pt x="3599028" y="21231"/>
                    <a:pt x="3599028" y="28894"/>
                  </a:cubicBezTo>
                  <a:lnTo>
                    <a:pt x="3599028" y="1461239"/>
                  </a:lnTo>
                  <a:cubicBezTo>
                    <a:pt x="3599028" y="1468903"/>
                    <a:pt x="3595984" y="1476252"/>
                    <a:pt x="3590565" y="1481671"/>
                  </a:cubicBezTo>
                  <a:cubicBezTo>
                    <a:pt x="3585146" y="1487089"/>
                    <a:pt x="3577797" y="1490133"/>
                    <a:pt x="3570134" y="1490133"/>
                  </a:cubicBezTo>
                  <a:lnTo>
                    <a:pt x="28894" y="1490133"/>
                  </a:lnTo>
                  <a:cubicBezTo>
                    <a:pt x="12936" y="1490133"/>
                    <a:pt x="0" y="1477197"/>
                    <a:pt x="0" y="1461239"/>
                  </a:cubicBezTo>
                  <a:lnTo>
                    <a:pt x="0" y="28894"/>
                  </a:lnTo>
                  <a:cubicBezTo>
                    <a:pt x="0" y="21231"/>
                    <a:pt x="3044" y="13882"/>
                    <a:pt x="8463" y="8463"/>
                  </a:cubicBezTo>
                  <a:cubicBezTo>
                    <a:pt x="13882" y="3044"/>
                    <a:pt x="21231" y="0"/>
                    <a:pt x="28894" y="0"/>
                  </a:cubicBezTo>
                  <a:close/>
                </a:path>
              </a:pathLst>
            </a:custGeom>
            <a:solidFill>
              <a:srgbClr val="6C8D64"/>
            </a:solidFill>
            <a:ln w="85725" cap="rnd">
              <a:solidFill>
                <a:srgbClr val="FFFFFF"/>
              </a:solidFill>
              <a:prstDash val="solid"/>
              <a:round/>
            </a:ln>
          </p:spPr>
        </p:sp>
        <p:sp>
          <p:nvSpPr>
            <p:cNvPr name="TextBox 7" id="7"/>
            <p:cNvSpPr txBox="true"/>
            <p:nvPr/>
          </p:nvSpPr>
          <p:spPr>
            <a:xfrm>
              <a:off x="0" y="-38100"/>
              <a:ext cx="3599028" cy="15282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8950642">
            <a:off x="1071767" y="-1385980"/>
            <a:ext cx="1893989" cy="4705563"/>
          </a:xfrm>
          <a:custGeom>
            <a:avLst/>
            <a:gdLst/>
            <a:ahLst/>
            <a:cxnLst/>
            <a:rect r="r" b="b" t="t" l="l"/>
            <a:pathLst>
              <a:path h="4705563" w="1893989">
                <a:moveTo>
                  <a:pt x="0" y="0"/>
                </a:moveTo>
                <a:lnTo>
                  <a:pt x="1893990" y="0"/>
                </a:lnTo>
                <a:lnTo>
                  <a:pt x="1893990" y="4705563"/>
                </a:lnTo>
                <a:lnTo>
                  <a:pt x="0" y="4705563"/>
                </a:lnTo>
                <a:lnTo>
                  <a:pt x="0" y="0"/>
                </a:lnTo>
                <a:close/>
              </a:path>
            </a:pathLst>
          </a:custGeom>
          <a:blipFill>
            <a:blip r:embed="rId4"/>
            <a:stretch>
              <a:fillRect l="0" t="0" r="0" b="0"/>
            </a:stretch>
          </a:blipFill>
        </p:spPr>
      </p:sp>
      <p:sp>
        <p:nvSpPr>
          <p:cNvPr name="Freeform 9" id="9"/>
          <p:cNvSpPr/>
          <p:nvPr/>
        </p:nvSpPr>
        <p:spPr>
          <a:xfrm flipH="false" flipV="false" rot="-1622382">
            <a:off x="16404964" y="6672647"/>
            <a:ext cx="1893989" cy="4705563"/>
          </a:xfrm>
          <a:custGeom>
            <a:avLst/>
            <a:gdLst/>
            <a:ahLst/>
            <a:cxnLst/>
            <a:rect r="r" b="b" t="t" l="l"/>
            <a:pathLst>
              <a:path h="4705563" w="1893989">
                <a:moveTo>
                  <a:pt x="0" y="0"/>
                </a:moveTo>
                <a:lnTo>
                  <a:pt x="1893989" y="0"/>
                </a:lnTo>
                <a:lnTo>
                  <a:pt x="1893989" y="4705563"/>
                </a:lnTo>
                <a:lnTo>
                  <a:pt x="0" y="4705563"/>
                </a:lnTo>
                <a:lnTo>
                  <a:pt x="0" y="0"/>
                </a:lnTo>
                <a:close/>
              </a:path>
            </a:pathLst>
          </a:custGeom>
          <a:blipFill>
            <a:blip r:embed="rId4"/>
            <a:stretch>
              <a:fillRect l="0" t="0" r="0" b="0"/>
            </a:stretch>
          </a:blipFill>
        </p:spPr>
      </p:sp>
      <p:sp>
        <p:nvSpPr>
          <p:cNvPr name="Freeform 10" id="10"/>
          <p:cNvSpPr/>
          <p:nvPr/>
        </p:nvSpPr>
        <p:spPr>
          <a:xfrm flipH="false" flipV="false" rot="0">
            <a:off x="2735676" y="3691569"/>
            <a:ext cx="994976" cy="701586"/>
          </a:xfrm>
          <a:custGeom>
            <a:avLst/>
            <a:gdLst/>
            <a:ahLst/>
            <a:cxnLst/>
            <a:rect r="r" b="b" t="t" l="l"/>
            <a:pathLst>
              <a:path h="701586" w="994976">
                <a:moveTo>
                  <a:pt x="0" y="0"/>
                </a:moveTo>
                <a:lnTo>
                  <a:pt x="994977" y="0"/>
                </a:lnTo>
                <a:lnTo>
                  <a:pt x="994977" y="701586"/>
                </a:lnTo>
                <a:lnTo>
                  <a:pt x="0" y="7015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4781830" y="1225980"/>
            <a:ext cx="8724339" cy="915455"/>
          </a:xfrm>
          <a:prstGeom prst="rect">
            <a:avLst/>
          </a:prstGeom>
        </p:spPr>
        <p:txBody>
          <a:bodyPr anchor="t" rtlCol="false" tIns="0" lIns="0" bIns="0" rIns="0">
            <a:spAutoFit/>
          </a:bodyPr>
          <a:lstStyle/>
          <a:p>
            <a:pPr algn="ctr" marL="0" indent="0" lvl="0">
              <a:lnSpc>
                <a:spcPts val="7461"/>
              </a:lnSpc>
            </a:pPr>
            <a:r>
              <a:rPr lang="en-US" sz="5329">
                <a:solidFill>
                  <a:srgbClr val="1C3E25"/>
                </a:solidFill>
                <a:latin typeface="Gilda Display"/>
                <a:ea typeface="Gilda Display"/>
                <a:cs typeface="Gilda Display"/>
                <a:sym typeface="Gilda Display"/>
              </a:rPr>
              <a:t>WAYS TO SAY THANK YOU</a:t>
            </a:r>
          </a:p>
        </p:txBody>
      </p:sp>
      <p:sp>
        <p:nvSpPr>
          <p:cNvPr name="TextBox 12" id="12"/>
          <p:cNvSpPr txBox="true"/>
          <p:nvPr/>
        </p:nvSpPr>
        <p:spPr>
          <a:xfrm rot="0">
            <a:off x="3987543" y="3388439"/>
            <a:ext cx="11451342" cy="888746"/>
          </a:xfrm>
          <a:prstGeom prst="rect">
            <a:avLst/>
          </a:prstGeom>
        </p:spPr>
        <p:txBody>
          <a:bodyPr anchor="t" rtlCol="false" tIns="0" lIns="0" bIns="0" rIns="0">
            <a:spAutoFit/>
          </a:bodyPr>
          <a:lstStyle/>
          <a:p>
            <a:pPr algn="l" marL="0" indent="0" lvl="0">
              <a:lnSpc>
                <a:spcPts val="3471"/>
              </a:lnSpc>
            </a:pPr>
            <a:r>
              <a:rPr lang="en-US" sz="3099">
                <a:solidFill>
                  <a:srgbClr val="FFFFFF"/>
                </a:solidFill>
                <a:latin typeface="Arapey"/>
                <a:ea typeface="Arapey"/>
                <a:cs typeface="Arapey"/>
                <a:sym typeface="Arapey"/>
              </a:rPr>
              <a:t>Receive the Eucharist with a grateful heart. When we go to Mass, we welcome Jesus with love and say "Thank You" for giving us Himself.</a:t>
            </a:r>
          </a:p>
        </p:txBody>
      </p:sp>
      <p:sp>
        <p:nvSpPr>
          <p:cNvPr name="TextBox 13" id="13"/>
          <p:cNvSpPr txBox="true"/>
          <p:nvPr/>
        </p:nvSpPr>
        <p:spPr>
          <a:xfrm rot="0">
            <a:off x="3987543" y="4953343"/>
            <a:ext cx="11451342" cy="888746"/>
          </a:xfrm>
          <a:prstGeom prst="rect">
            <a:avLst/>
          </a:prstGeom>
        </p:spPr>
        <p:txBody>
          <a:bodyPr anchor="t" rtlCol="false" tIns="0" lIns="0" bIns="0" rIns="0">
            <a:spAutoFit/>
          </a:bodyPr>
          <a:lstStyle/>
          <a:p>
            <a:pPr algn="l" marL="0" indent="0" lvl="0">
              <a:lnSpc>
                <a:spcPts val="3471"/>
              </a:lnSpc>
            </a:pPr>
            <a:r>
              <a:rPr lang="en-US" sz="3099">
                <a:solidFill>
                  <a:srgbClr val="FFFFFF"/>
                </a:solidFill>
                <a:latin typeface="Arapey"/>
                <a:ea typeface="Arapey"/>
                <a:cs typeface="Arapey"/>
                <a:sym typeface="Arapey"/>
              </a:rPr>
              <a:t>Be kind to others just like Jesus. When we share, help, and care for our friends and family, we show Jesus we are grateful for His love.</a:t>
            </a:r>
          </a:p>
        </p:txBody>
      </p:sp>
      <p:sp>
        <p:nvSpPr>
          <p:cNvPr name="TextBox 14" id="14"/>
          <p:cNvSpPr txBox="true"/>
          <p:nvPr/>
        </p:nvSpPr>
        <p:spPr>
          <a:xfrm rot="0">
            <a:off x="3987543" y="6518248"/>
            <a:ext cx="11451342" cy="888746"/>
          </a:xfrm>
          <a:prstGeom prst="rect">
            <a:avLst/>
          </a:prstGeom>
        </p:spPr>
        <p:txBody>
          <a:bodyPr anchor="t" rtlCol="false" tIns="0" lIns="0" bIns="0" rIns="0">
            <a:spAutoFit/>
          </a:bodyPr>
          <a:lstStyle/>
          <a:p>
            <a:pPr algn="l" marL="0" indent="0" lvl="0">
              <a:lnSpc>
                <a:spcPts val="3471"/>
              </a:lnSpc>
            </a:pPr>
            <a:r>
              <a:rPr lang="en-US" sz="3099">
                <a:solidFill>
                  <a:srgbClr val="FFFFFF"/>
                </a:solidFill>
                <a:latin typeface="Arapey"/>
                <a:ea typeface="Arapey"/>
                <a:cs typeface="Arapey"/>
                <a:sym typeface="Arapey"/>
              </a:rPr>
              <a:t>Pray and talk to Jesus every day. A simple prayer from the heart — like "Thank You, Jesus" — is a beautiful gift we can give back to Him.</a:t>
            </a:r>
          </a:p>
        </p:txBody>
      </p:sp>
      <p:sp>
        <p:nvSpPr>
          <p:cNvPr name="Freeform 15" id="15"/>
          <p:cNvSpPr/>
          <p:nvPr/>
        </p:nvSpPr>
        <p:spPr>
          <a:xfrm flipH="false" flipV="false" rot="0">
            <a:off x="2735676" y="5143500"/>
            <a:ext cx="994976" cy="701586"/>
          </a:xfrm>
          <a:custGeom>
            <a:avLst/>
            <a:gdLst/>
            <a:ahLst/>
            <a:cxnLst/>
            <a:rect r="r" b="b" t="t" l="l"/>
            <a:pathLst>
              <a:path h="701586" w="994976">
                <a:moveTo>
                  <a:pt x="0" y="0"/>
                </a:moveTo>
                <a:lnTo>
                  <a:pt x="994977" y="0"/>
                </a:lnTo>
                <a:lnTo>
                  <a:pt x="994977" y="701586"/>
                </a:lnTo>
                <a:lnTo>
                  <a:pt x="0" y="7015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2735676" y="6595431"/>
            <a:ext cx="994976" cy="701586"/>
          </a:xfrm>
          <a:custGeom>
            <a:avLst/>
            <a:gdLst/>
            <a:ahLst/>
            <a:cxnLst/>
            <a:rect r="r" b="b" t="t" l="l"/>
            <a:pathLst>
              <a:path h="701586" w="994976">
                <a:moveTo>
                  <a:pt x="0" y="0"/>
                </a:moveTo>
                <a:lnTo>
                  <a:pt x="994977" y="0"/>
                </a:lnTo>
                <a:lnTo>
                  <a:pt x="994977" y="701586"/>
                </a:lnTo>
                <a:lnTo>
                  <a:pt x="0" y="7015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3904525" y="-808963"/>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5087685" y="-435553"/>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274379" y="9025428"/>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1457538" y="9398838"/>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7521209"/>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Freeform 4" id="4"/>
          <p:cNvSpPr/>
          <p:nvPr/>
        </p:nvSpPr>
        <p:spPr>
          <a:xfrm flipH="false" flipV="false" rot="-8100000">
            <a:off x="-319236" y="-27657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grpSp>
        <p:nvGrpSpPr>
          <p:cNvPr name="Group 5" id="5"/>
          <p:cNvGrpSpPr/>
          <p:nvPr/>
        </p:nvGrpSpPr>
        <p:grpSpPr>
          <a:xfrm rot="0">
            <a:off x="9544050" y="2991034"/>
            <a:ext cx="6832530" cy="5657850"/>
            <a:chOff x="0" y="0"/>
            <a:chExt cx="1799514" cy="1490133"/>
          </a:xfrm>
        </p:grpSpPr>
        <p:sp>
          <p:nvSpPr>
            <p:cNvPr name="Freeform 6" id="6"/>
            <p:cNvSpPr/>
            <p:nvPr/>
          </p:nvSpPr>
          <p:spPr>
            <a:xfrm flipH="false" flipV="false" rot="0">
              <a:off x="0" y="0"/>
              <a:ext cx="1799514" cy="1490133"/>
            </a:xfrm>
            <a:custGeom>
              <a:avLst/>
              <a:gdLst/>
              <a:ahLst/>
              <a:cxnLst/>
              <a:rect r="r" b="b" t="t" l="l"/>
              <a:pathLst>
                <a:path h="1490133" w="1799514">
                  <a:moveTo>
                    <a:pt x="57788" y="0"/>
                  </a:moveTo>
                  <a:lnTo>
                    <a:pt x="1741726" y="0"/>
                  </a:lnTo>
                  <a:cubicBezTo>
                    <a:pt x="1773642" y="0"/>
                    <a:pt x="1799514" y="25873"/>
                    <a:pt x="1799514" y="57788"/>
                  </a:cubicBezTo>
                  <a:lnTo>
                    <a:pt x="1799514" y="1432345"/>
                  </a:lnTo>
                  <a:cubicBezTo>
                    <a:pt x="1799514" y="1447672"/>
                    <a:pt x="1793426" y="1462370"/>
                    <a:pt x="1782588" y="1473208"/>
                  </a:cubicBezTo>
                  <a:cubicBezTo>
                    <a:pt x="1771751" y="1484045"/>
                    <a:pt x="1757052" y="1490133"/>
                    <a:pt x="1741726" y="1490133"/>
                  </a:cubicBezTo>
                  <a:lnTo>
                    <a:pt x="57788" y="1490133"/>
                  </a:lnTo>
                  <a:cubicBezTo>
                    <a:pt x="42462" y="1490133"/>
                    <a:pt x="27763" y="1484045"/>
                    <a:pt x="16926" y="1473208"/>
                  </a:cubicBezTo>
                  <a:cubicBezTo>
                    <a:pt x="6088" y="1462370"/>
                    <a:pt x="0" y="1447672"/>
                    <a:pt x="0" y="1432345"/>
                  </a:cubicBezTo>
                  <a:lnTo>
                    <a:pt x="0" y="57788"/>
                  </a:lnTo>
                  <a:cubicBezTo>
                    <a:pt x="0" y="42462"/>
                    <a:pt x="6088" y="27763"/>
                    <a:pt x="16926" y="16926"/>
                  </a:cubicBezTo>
                  <a:cubicBezTo>
                    <a:pt x="27763" y="6088"/>
                    <a:pt x="42462" y="0"/>
                    <a:pt x="57788" y="0"/>
                  </a:cubicBezTo>
                  <a:close/>
                </a:path>
              </a:pathLst>
            </a:custGeom>
            <a:solidFill>
              <a:srgbClr val="6C8D64"/>
            </a:solidFill>
            <a:ln w="85725" cap="rnd">
              <a:solidFill>
                <a:srgbClr val="FFFFFF"/>
              </a:solidFill>
              <a:prstDash val="solid"/>
              <a:round/>
            </a:ln>
          </p:spPr>
        </p:sp>
        <p:sp>
          <p:nvSpPr>
            <p:cNvPr name="TextBox 7" id="7"/>
            <p:cNvSpPr txBox="true"/>
            <p:nvPr/>
          </p:nvSpPr>
          <p:spPr>
            <a:xfrm>
              <a:off x="0" y="-38100"/>
              <a:ext cx="1799514" cy="15282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9026146">
            <a:off x="-691176" y="2720495"/>
            <a:ext cx="1893989" cy="4705563"/>
          </a:xfrm>
          <a:custGeom>
            <a:avLst/>
            <a:gdLst/>
            <a:ahLst/>
            <a:cxnLst/>
            <a:rect r="r" b="b" t="t" l="l"/>
            <a:pathLst>
              <a:path h="4705563" w="1893989">
                <a:moveTo>
                  <a:pt x="0" y="0"/>
                </a:moveTo>
                <a:lnTo>
                  <a:pt x="1893989" y="0"/>
                </a:lnTo>
                <a:lnTo>
                  <a:pt x="1893989" y="4705563"/>
                </a:lnTo>
                <a:lnTo>
                  <a:pt x="0" y="4705563"/>
                </a:lnTo>
                <a:lnTo>
                  <a:pt x="0" y="0"/>
                </a:lnTo>
                <a:close/>
              </a:path>
            </a:pathLst>
          </a:custGeom>
          <a:blipFill>
            <a:blip r:embed="rId4"/>
            <a:stretch>
              <a:fillRect l="0" t="0" r="0" b="0"/>
            </a:stretch>
          </a:blipFill>
        </p:spPr>
      </p:sp>
      <p:sp>
        <p:nvSpPr>
          <p:cNvPr name="Freeform 9" id="9"/>
          <p:cNvSpPr/>
          <p:nvPr/>
        </p:nvSpPr>
        <p:spPr>
          <a:xfrm flipH="false" flipV="false" rot="-1622382">
            <a:off x="16880491" y="728370"/>
            <a:ext cx="1893989" cy="4705563"/>
          </a:xfrm>
          <a:custGeom>
            <a:avLst/>
            <a:gdLst/>
            <a:ahLst/>
            <a:cxnLst/>
            <a:rect r="r" b="b" t="t" l="l"/>
            <a:pathLst>
              <a:path h="4705563" w="1893989">
                <a:moveTo>
                  <a:pt x="0" y="0"/>
                </a:moveTo>
                <a:lnTo>
                  <a:pt x="1893990" y="0"/>
                </a:lnTo>
                <a:lnTo>
                  <a:pt x="1893990" y="4705564"/>
                </a:lnTo>
                <a:lnTo>
                  <a:pt x="0" y="4705564"/>
                </a:lnTo>
                <a:lnTo>
                  <a:pt x="0" y="0"/>
                </a:lnTo>
                <a:close/>
              </a:path>
            </a:pathLst>
          </a:custGeom>
          <a:blipFill>
            <a:blip r:embed="rId4"/>
            <a:stretch>
              <a:fillRect l="0" t="0" r="0" b="0"/>
            </a:stretch>
          </a:blipFill>
        </p:spPr>
      </p:sp>
      <p:grpSp>
        <p:nvGrpSpPr>
          <p:cNvPr name="Group 10" id="10"/>
          <p:cNvGrpSpPr/>
          <p:nvPr/>
        </p:nvGrpSpPr>
        <p:grpSpPr>
          <a:xfrm rot="0">
            <a:off x="2240378" y="2991034"/>
            <a:ext cx="6903622" cy="5657850"/>
            <a:chOff x="0" y="0"/>
            <a:chExt cx="1818238" cy="1490133"/>
          </a:xfrm>
        </p:grpSpPr>
        <p:sp>
          <p:nvSpPr>
            <p:cNvPr name="Freeform 11" id="11"/>
            <p:cNvSpPr/>
            <p:nvPr/>
          </p:nvSpPr>
          <p:spPr>
            <a:xfrm flipH="false" flipV="false" rot="0">
              <a:off x="0" y="0"/>
              <a:ext cx="1818238" cy="1490133"/>
            </a:xfrm>
            <a:custGeom>
              <a:avLst/>
              <a:gdLst/>
              <a:ahLst/>
              <a:cxnLst/>
              <a:rect r="r" b="b" t="t" l="l"/>
              <a:pathLst>
                <a:path h="1490133" w="1818238">
                  <a:moveTo>
                    <a:pt x="57193" y="0"/>
                  </a:moveTo>
                  <a:lnTo>
                    <a:pt x="1761045" y="0"/>
                  </a:lnTo>
                  <a:cubicBezTo>
                    <a:pt x="1776214" y="0"/>
                    <a:pt x="1790761" y="6026"/>
                    <a:pt x="1801487" y="16751"/>
                  </a:cubicBezTo>
                  <a:cubicBezTo>
                    <a:pt x="1812212" y="27477"/>
                    <a:pt x="1818238" y="42024"/>
                    <a:pt x="1818238" y="57193"/>
                  </a:cubicBezTo>
                  <a:lnTo>
                    <a:pt x="1818238" y="1432941"/>
                  </a:lnTo>
                  <a:cubicBezTo>
                    <a:pt x="1818238" y="1448109"/>
                    <a:pt x="1812212" y="1462656"/>
                    <a:pt x="1801487" y="1473382"/>
                  </a:cubicBezTo>
                  <a:cubicBezTo>
                    <a:pt x="1790761" y="1484108"/>
                    <a:pt x="1776214" y="1490133"/>
                    <a:pt x="1761045" y="1490133"/>
                  </a:cubicBezTo>
                  <a:lnTo>
                    <a:pt x="57193" y="1490133"/>
                  </a:lnTo>
                  <a:cubicBezTo>
                    <a:pt x="25606" y="1490133"/>
                    <a:pt x="0" y="1464527"/>
                    <a:pt x="0" y="1432941"/>
                  </a:cubicBezTo>
                  <a:lnTo>
                    <a:pt x="0" y="57193"/>
                  </a:lnTo>
                  <a:cubicBezTo>
                    <a:pt x="0" y="42024"/>
                    <a:pt x="6026" y="27477"/>
                    <a:pt x="16751" y="16751"/>
                  </a:cubicBezTo>
                  <a:cubicBezTo>
                    <a:pt x="27477" y="6026"/>
                    <a:pt x="42024" y="0"/>
                    <a:pt x="57193" y="0"/>
                  </a:cubicBezTo>
                  <a:close/>
                </a:path>
              </a:pathLst>
            </a:custGeom>
            <a:solidFill>
              <a:srgbClr val="6C8D64"/>
            </a:solidFill>
            <a:ln w="85725" cap="rnd">
              <a:solidFill>
                <a:srgbClr val="FFFFFF"/>
              </a:solidFill>
              <a:prstDash val="solid"/>
              <a:round/>
            </a:ln>
          </p:spPr>
        </p:sp>
        <p:sp>
          <p:nvSpPr>
            <p:cNvPr name="TextBox 12" id="12"/>
            <p:cNvSpPr txBox="true"/>
            <p:nvPr/>
          </p:nvSpPr>
          <p:spPr>
            <a:xfrm>
              <a:off x="0" y="-38100"/>
              <a:ext cx="1818238" cy="15282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2477166" y="3698955"/>
            <a:ext cx="6433199" cy="4331390"/>
          </a:xfrm>
          <a:prstGeom prst="rect">
            <a:avLst/>
          </a:prstGeom>
        </p:spPr>
        <p:txBody>
          <a:bodyPr anchor="t" rtlCol="false" tIns="0" lIns="0" bIns="0" rIns="0">
            <a:spAutoFit/>
          </a:bodyPr>
          <a:lstStyle/>
          <a:p>
            <a:pPr algn="l" marL="0" indent="0" lvl="0">
              <a:lnSpc>
                <a:spcPts val="4336"/>
              </a:lnSpc>
            </a:pPr>
            <a:r>
              <a:rPr lang="en-US" sz="3097">
                <a:solidFill>
                  <a:srgbClr val="FFFFFF"/>
                </a:solidFill>
                <a:latin typeface="Arapey"/>
                <a:ea typeface="Arapey"/>
                <a:cs typeface="Arapey"/>
                <a:sym typeface="Arapey"/>
              </a:rPr>
              <a:t>A Parent's Love</a:t>
            </a:r>
          </a:p>
          <a:p>
            <a:pPr algn="l" marL="0" indent="0" lvl="0">
              <a:lnSpc>
                <a:spcPts val="4336"/>
              </a:lnSpc>
            </a:pPr>
            <a:r>
              <a:rPr lang="en-US" sz="3097">
                <a:solidFill>
                  <a:srgbClr val="FFFFFF"/>
                </a:solidFill>
                <a:latin typeface="Arapey"/>
                <a:ea typeface="Arapey"/>
                <a:cs typeface="Arapey"/>
                <a:sym typeface="Arapey"/>
              </a:rPr>
              <a:t>A parent gives everything to keep their child safe and happy. They work hard, stay up late, and always put their child first.</a:t>
            </a:r>
          </a:p>
          <a:p>
            <a:pPr algn="l" marL="0" indent="0" lvl="0">
              <a:lnSpc>
                <a:spcPts val="4336"/>
              </a:lnSpc>
            </a:pPr>
            <a:r>
              <a:rPr lang="en-US" sz="3097">
                <a:solidFill>
                  <a:srgbClr val="FFFFFF"/>
                </a:solidFill>
                <a:latin typeface="Arapey"/>
                <a:ea typeface="Arapey"/>
                <a:cs typeface="Arapey"/>
                <a:sym typeface="Arapey"/>
              </a:rPr>
              <a:t>Jesus loves us even more than that. He gave His whole life so we could be with Him forever.</a:t>
            </a:r>
          </a:p>
        </p:txBody>
      </p:sp>
      <p:sp>
        <p:nvSpPr>
          <p:cNvPr name="TextBox 14" id="14"/>
          <p:cNvSpPr txBox="true"/>
          <p:nvPr/>
        </p:nvSpPr>
        <p:spPr>
          <a:xfrm rot="0">
            <a:off x="5693765" y="1350467"/>
            <a:ext cx="6972599" cy="928225"/>
          </a:xfrm>
          <a:prstGeom prst="rect">
            <a:avLst/>
          </a:prstGeom>
        </p:spPr>
        <p:txBody>
          <a:bodyPr anchor="t" rtlCol="false" tIns="0" lIns="0" bIns="0" rIns="0">
            <a:spAutoFit/>
          </a:bodyPr>
          <a:lstStyle/>
          <a:p>
            <a:pPr algn="ctr" marL="0" indent="0" lvl="0">
              <a:lnSpc>
                <a:spcPts val="7567"/>
              </a:lnSpc>
            </a:pPr>
            <a:r>
              <a:rPr lang="en-US" sz="5405">
                <a:solidFill>
                  <a:srgbClr val="1C3E25"/>
                </a:solidFill>
                <a:latin typeface="Gilda Display"/>
                <a:ea typeface="Gilda Display"/>
                <a:cs typeface="Gilda Display"/>
                <a:sym typeface="Gilda Display"/>
              </a:rPr>
              <a:t>JESUS' LOVE IS LIKE...</a:t>
            </a:r>
          </a:p>
        </p:txBody>
      </p:sp>
      <p:sp>
        <p:nvSpPr>
          <p:cNvPr name="TextBox 15" id="15"/>
          <p:cNvSpPr txBox="true"/>
          <p:nvPr/>
        </p:nvSpPr>
        <p:spPr>
          <a:xfrm rot="0">
            <a:off x="9743715" y="3698955"/>
            <a:ext cx="6433199" cy="4331390"/>
          </a:xfrm>
          <a:prstGeom prst="rect">
            <a:avLst/>
          </a:prstGeom>
        </p:spPr>
        <p:txBody>
          <a:bodyPr anchor="t" rtlCol="false" tIns="0" lIns="0" bIns="0" rIns="0">
            <a:spAutoFit/>
          </a:bodyPr>
          <a:lstStyle/>
          <a:p>
            <a:pPr algn="l" marL="0" indent="0" lvl="0">
              <a:lnSpc>
                <a:spcPts val="4336"/>
              </a:lnSpc>
            </a:pPr>
            <a:r>
              <a:rPr lang="en-US" sz="3097">
                <a:solidFill>
                  <a:srgbClr val="FFFFFF"/>
                </a:solidFill>
                <a:latin typeface="Arapey"/>
                <a:ea typeface="Arapey"/>
                <a:cs typeface="Arapey"/>
                <a:sym typeface="Arapey"/>
              </a:rPr>
              <a:t>A Best Friend's Love</a:t>
            </a:r>
          </a:p>
          <a:p>
            <a:pPr algn="l" marL="0" indent="0" lvl="0">
              <a:lnSpc>
                <a:spcPts val="4336"/>
              </a:lnSpc>
            </a:pPr>
            <a:r>
              <a:rPr lang="en-US" sz="3097">
                <a:solidFill>
                  <a:srgbClr val="FFFFFF"/>
                </a:solidFill>
                <a:latin typeface="Arapey"/>
                <a:ea typeface="Arapey"/>
                <a:cs typeface="Arapey"/>
                <a:sym typeface="Arapey"/>
              </a:rPr>
              <a:t>A true friend shares their very best with you. They give you the last cookie, cheer you up when you are sad, and never leave you alone.</a:t>
            </a:r>
          </a:p>
          <a:p>
            <a:pPr algn="l" marL="0" indent="0" lvl="0">
              <a:lnSpc>
                <a:spcPts val="4336"/>
              </a:lnSpc>
            </a:pPr>
            <a:r>
              <a:rPr lang="en-US" sz="3097">
                <a:solidFill>
                  <a:srgbClr val="FFFFFF"/>
                </a:solidFill>
                <a:latin typeface="Arapey"/>
                <a:ea typeface="Arapey"/>
                <a:cs typeface="Arapey"/>
                <a:sym typeface="Arapey"/>
              </a:rPr>
              <a:t>Jesus is our best friend. He shares the most precious gift of all — Himself — in the Eucharist.</a:t>
            </a:r>
          </a:p>
        </p:txBody>
      </p:sp>
      <p:sp>
        <p:nvSpPr>
          <p:cNvPr name="Freeform 16" id="16"/>
          <p:cNvSpPr/>
          <p:nvPr/>
        </p:nvSpPr>
        <p:spPr>
          <a:xfrm flipH="false" flipV="false" rot="0">
            <a:off x="12151268" y="-862280"/>
            <a:ext cx="3763145" cy="2059467"/>
          </a:xfrm>
          <a:custGeom>
            <a:avLst/>
            <a:gdLst/>
            <a:ahLst/>
            <a:cxnLst/>
            <a:rect r="r" b="b" t="t" l="l"/>
            <a:pathLst>
              <a:path h="2059467" w="3763145">
                <a:moveTo>
                  <a:pt x="0" y="0"/>
                </a:moveTo>
                <a:lnTo>
                  <a:pt x="3763145" y="0"/>
                </a:lnTo>
                <a:lnTo>
                  <a:pt x="3763145" y="2059466"/>
                </a:lnTo>
                <a:lnTo>
                  <a:pt x="0" y="20594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3334427" y="-488871"/>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625373" y="8931876"/>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2808532" y="9305286"/>
            <a:ext cx="1671937" cy="1944113"/>
          </a:xfrm>
          <a:custGeom>
            <a:avLst/>
            <a:gdLst/>
            <a:ahLst/>
            <a:cxnLst/>
            <a:rect r="r" b="b" t="t" l="l"/>
            <a:pathLst>
              <a:path h="1944113" w="1671937">
                <a:moveTo>
                  <a:pt x="0" y="0"/>
                </a:moveTo>
                <a:lnTo>
                  <a:pt x="1671938" y="0"/>
                </a:lnTo>
                <a:lnTo>
                  <a:pt x="1671938" y="1944113"/>
                </a:lnTo>
                <a:lnTo>
                  <a:pt x="0" y="19441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7521209"/>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Freeform 4" id="4"/>
          <p:cNvSpPr/>
          <p:nvPr/>
        </p:nvSpPr>
        <p:spPr>
          <a:xfrm flipH="false" flipV="false" rot="-8100000">
            <a:off x="-319236" y="-27657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grpSp>
        <p:nvGrpSpPr>
          <p:cNvPr name="Group 5" id="5"/>
          <p:cNvGrpSpPr/>
          <p:nvPr/>
        </p:nvGrpSpPr>
        <p:grpSpPr>
          <a:xfrm rot="0">
            <a:off x="2311470" y="2991034"/>
            <a:ext cx="13665059" cy="2828925"/>
            <a:chOff x="0" y="0"/>
            <a:chExt cx="3599028" cy="745067"/>
          </a:xfrm>
        </p:grpSpPr>
        <p:sp>
          <p:nvSpPr>
            <p:cNvPr name="Freeform 6" id="6"/>
            <p:cNvSpPr/>
            <p:nvPr/>
          </p:nvSpPr>
          <p:spPr>
            <a:xfrm flipH="false" flipV="false" rot="0">
              <a:off x="0" y="0"/>
              <a:ext cx="3599028" cy="745067"/>
            </a:xfrm>
            <a:custGeom>
              <a:avLst/>
              <a:gdLst/>
              <a:ahLst/>
              <a:cxnLst/>
              <a:rect r="r" b="b" t="t" l="l"/>
              <a:pathLst>
                <a:path h="745067" w="3599028">
                  <a:moveTo>
                    <a:pt x="28894" y="0"/>
                  </a:moveTo>
                  <a:lnTo>
                    <a:pt x="3570134" y="0"/>
                  </a:lnTo>
                  <a:cubicBezTo>
                    <a:pt x="3577797" y="0"/>
                    <a:pt x="3585146" y="3044"/>
                    <a:pt x="3590565" y="8463"/>
                  </a:cubicBezTo>
                  <a:cubicBezTo>
                    <a:pt x="3595984" y="13882"/>
                    <a:pt x="3599028" y="21231"/>
                    <a:pt x="3599028" y="28894"/>
                  </a:cubicBezTo>
                  <a:lnTo>
                    <a:pt x="3599028" y="716173"/>
                  </a:lnTo>
                  <a:cubicBezTo>
                    <a:pt x="3599028" y="723836"/>
                    <a:pt x="3595984" y="731185"/>
                    <a:pt x="3590565" y="736604"/>
                  </a:cubicBezTo>
                  <a:cubicBezTo>
                    <a:pt x="3585146" y="742022"/>
                    <a:pt x="3577797" y="745067"/>
                    <a:pt x="3570134" y="745067"/>
                  </a:cubicBezTo>
                  <a:lnTo>
                    <a:pt x="28894" y="745067"/>
                  </a:lnTo>
                  <a:cubicBezTo>
                    <a:pt x="12936" y="745067"/>
                    <a:pt x="0" y="732130"/>
                    <a:pt x="0" y="716173"/>
                  </a:cubicBezTo>
                  <a:lnTo>
                    <a:pt x="0" y="28894"/>
                  </a:lnTo>
                  <a:cubicBezTo>
                    <a:pt x="0" y="21231"/>
                    <a:pt x="3044" y="13882"/>
                    <a:pt x="8463" y="8463"/>
                  </a:cubicBezTo>
                  <a:cubicBezTo>
                    <a:pt x="13882" y="3044"/>
                    <a:pt x="21231" y="0"/>
                    <a:pt x="28894" y="0"/>
                  </a:cubicBezTo>
                  <a:close/>
                </a:path>
              </a:pathLst>
            </a:custGeom>
            <a:solidFill>
              <a:srgbClr val="6C8D64"/>
            </a:solidFill>
            <a:ln w="85725" cap="rnd">
              <a:solidFill>
                <a:srgbClr val="FFFFFF"/>
              </a:solidFill>
              <a:prstDash val="solid"/>
              <a:round/>
            </a:ln>
          </p:spPr>
        </p:sp>
        <p:sp>
          <p:nvSpPr>
            <p:cNvPr name="TextBox 7" id="7"/>
            <p:cNvSpPr txBox="true"/>
            <p:nvPr/>
          </p:nvSpPr>
          <p:spPr>
            <a:xfrm>
              <a:off x="0" y="-38100"/>
              <a:ext cx="3599028" cy="7831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788318">
            <a:off x="-625936" y="1412848"/>
            <a:ext cx="1893989" cy="4705563"/>
          </a:xfrm>
          <a:custGeom>
            <a:avLst/>
            <a:gdLst/>
            <a:ahLst/>
            <a:cxnLst/>
            <a:rect r="r" b="b" t="t" l="l"/>
            <a:pathLst>
              <a:path h="4705563" w="1893989">
                <a:moveTo>
                  <a:pt x="0" y="0"/>
                </a:moveTo>
                <a:lnTo>
                  <a:pt x="1893990" y="0"/>
                </a:lnTo>
                <a:lnTo>
                  <a:pt x="1893990" y="4705563"/>
                </a:lnTo>
                <a:lnTo>
                  <a:pt x="0" y="4705563"/>
                </a:lnTo>
                <a:lnTo>
                  <a:pt x="0" y="0"/>
                </a:lnTo>
                <a:close/>
              </a:path>
            </a:pathLst>
          </a:custGeom>
          <a:blipFill>
            <a:blip r:embed="rId4"/>
            <a:stretch>
              <a:fillRect l="0" t="0" r="0" b="0"/>
            </a:stretch>
          </a:blipFill>
        </p:spPr>
      </p:sp>
      <p:sp>
        <p:nvSpPr>
          <p:cNvPr name="Freeform 9" id="9"/>
          <p:cNvSpPr/>
          <p:nvPr/>
        </p:nvSpPr>
        <p:spPr>
          <a:xfrm flipH="false" flipV="false" rot="-1622382">
            <a:off x="16942608" y="6850542"/>
            <a:ext cx="1893989" cy="4705563"/>
          </a:xfrm>
          <a:custGeom>
            <a:avLst/>
            <a:gdLst/>
            <a:ahLst/>
            <a:cxnLst/>
            <a:rect r="r" b="b" t="t" l="l"/>
            <a:pathLst>
              <a:path h="4705563" w="1893989">
                <a:moveTo>
                  <a:pt x="0" y="0"/>
                </a:moveTo>
                <a:lnTo>
                  <a:pt x="1893990" y="0"/>
                </a:lnTo>
                <a:lnTo>
                  <a:pt x="1893990" y="4705563"/>
                </a:lnTo>
                <a:lnTo>
                  <a:pt x="0" y="4705563"/>
                </a:lnTo>
                <a:lnTo>
                  <a:pt x="0" y="0"/>
                </a:lnTo>
                <a:close/>
              </a:path>
            </a:pathLst>
          </a:custGeom>
          <a:blipFill>
            <a:blip r:embed="rId4"/>
            <a:stretch>
              <a:fillRect l="0" t="0" r="0" b="0"/>
            </a:stretch>
          </a:blipFill>
        </p:spPr>
      </p:sp>
      <p:sp>
        <p:nvSpPr>
          <p:cNvPr name="TextBox 10" id="10"/>
          <p:cNvSpPr txBox="true"/>
          <p:nvPr/>
        </p:nvSpPr>
        <p:spPr>
          <a:xfrm rot="0">
            <a:off x="5657701" y="942975"/>
            <a:ext cx="6972599" cy="778505"/>
          </a:xfrm>
          <a:prstGeom prst="rect">
            <a:avLst/>
          </a:prstGeom>
        </p:spPr>
        <p:txBody>
          <a:bodyPr anchor="t" rtlCol="false" tIns="0" lIns="0" bIns="0" rIns="0">
            <a:spAutoFit/>
          </a:bodyPr>
          <a:lstStyle/>
          <a:p>
            <a:pPr algn="ctr" marL="0" indent="0" lvl="0">
              <a:lnSpc>
                <a:spcPts val="6394"/>
              </a:lnSpc>
            </a:pPr>
            <a:r>
              <a:rPr lang="en-US" sz="4567">
                <a:solidFill>
                  <a:srgbClr val="1C3E25"/>
                </a:solidFill>
                <a:latin typeface="Gilda Display"/>
                <a:ea typeface="Gilda Display"/>
                <a:cs typeface="Gilda Display"/>
                <a:sym typeface="Gilda Display"/>
              </a:rPr>
              <a:t>QUIET HEART ACTIVITY</a:t>
            </a:r>
          </a:p>
        </p:txBody>
      </p:sp>
      <p:sp>
        <p:nvSpPr>
          <p:cNvPr name="TextBox 11" id="11"/>
          <p:cNvSpPr txBox="true"/>
          <p:nvPr/>
        </p:nvSpPr>
        <p:spPr>
          <a:xfrm rot="0">
            <a:off x="2909161" y="3292342"/>
            <a:ext cx="12469679" cy="1616710"/>
          </a:xfrm>
          <a:prstGeom prst="rect">
            <a:avLst/>
          </a:prstGeom>
        </p:spPr>
        <p:txBody>
          <a:bodyPr anchor="t" rtlCol="false" tIns="0" lIns="0" bIns="0" rIns="0">
            <a:spAutoFit/>
          </a:bodyPr>
          <a:lstStyle/>
          <a:p>
            <a:pPr algn="l" marL="0" indent="0" lvl="0">
              <a:lnSpc>
                <a:spcPts val="4339"/>
              </a:lnSpc>
            </a:pPr>
            <a:r>
              <a:rPr lang="en-US" sz="3099">
                <a:solidFill>
                  <a:srgbClr val="FFFFFF"/>
                </a:solidFill>
                <a:latin typeface="Arapey"/>
                <a:ea typeface="Arapey"/>
                <a:cs typeface="Arapey"/>
                <a:sym typeface="Arapey"/>
              </a:rPr>
              <a:t>Close your eyes and take a deep breath. Imagine Jesus smiling at you with so much love. He sees you, He knows you, and He cares about you very much. Let your heart be still and peaceful in His presence.</a:t>
            </a:r>
          </a:p>
        </p:txBody>
      </p:sp>
      <p:grpSp>
        <p:nvGrpSpPr>
          <p:cNvPr name="Group 12" id="12"/>
          <p:cNvGrpSpPr/>
          <p:nvPr/>
        </p:nvGrpSpPr>
        <p:grpSpPr>
          <a:xfrm rot="0">
            <a:off x="2311470" y="6090348"/>
            <a:ext cx="13665059" cy="2828925"/>
            <a:chOff x="0" y="0"/>
            <a:chExt cx="3599028" cy="745067"/>
          </a:xfrm>
        </p:grpSpPr>
        <p:sp>
          <p:nvSpPr>
            <p:cNvPr name="Freeform 13" id="13"/>
            <p:cNvSpPr/>
            <p:nvPr/>
          </p:nvSpPr>
          <p:spPr>
            <a:xfrm flipH="false" flipV="false" rot="0">
              <a:off x="0" y="0"/>
              <a:ext cx="3599028" cy="745067"/>
            </a:xfrm>
            <a:custGeom>
              <a:avLst/>
              <a:gdLst/>
              <a:ahLst/>
              <a:cxnLst/>
              <a:rect r="r" b="b" t="t" l="l"/>
              <a:pathLst>
                <a:path h="745067" w="3599028">
                  <a:moveTo>
                    <a:pt x="28894" y="0"/>
                  </a:moveTo>
                  <a:lnTo>
                    <a:pt x="3570134" y="0"/>
                  </a:lnTo>
                  <a:cubicBezTo>
                    <a:pt x="3577797" y="0"/>
                    <a:pt x="3585146" y="3044"/>
                    <a:pt x="3590565" y="8463"/>
                  </a:cubicBezTo>
                  <a:cubicBezTo>
                    <a:pt x="3595984" y="13882"/>
                    <a:pt x="3599028" y="21231"/>
                    <a:pt x="3599028" y="28894"/>
                  </a:cubicBezTo>
                  <a:lnTo>
                    <a:pt x="3599028" y="716173"/>
                  </a:lnTo>
                  <a:cubicBezTo>
                    <a:pt x="3599028" y="723836"/>
                    <a:pt x="3595984" y="731185"/>
                    <a:pt x="3590565" y="736604"/>
                  </a:cubicBezTo>
                  <a:cubicBezTo>
                    <a:pt x="3585146" y="742022"/>
                    <a:pt x="3577797" y="745067"/>
                    <a:pt x="3570134" y="745067"/>
                  </a:cubicBezTo>
                  <a:lnTo>
                    <a:pt x="28894" y="745067"/>
                  </a:lnTo>
                  <a:cubicBezTo>
                    <a:pt x="12936" y="745067"/>
                    <a:pt x="0" y="732130"/>
                    <a:pt x="0" y="716173"/>
                  </a:cubicBezTo>
                  <a:lnTo>
                    <a:pt x="0" y="28894"/>
                  </a:lnTo>
                  <a:cubicBezTo>
                    <a:pt x="0" y="21231"/>
                    <a:pt x="3044" y="13882"/>
                    <a:pt x="8463" y="8463"/>
                  </a:cubicBezTo>
                  <a:cubicBezTo>
                    <a:pt x="13882" y="3044"/>
                    <a:pt x="21231" y="0"/>
                    <a:pt x="28894" y="0"/>
                  </a:cubicBezTo>
                  <a:close/>
                </a:path>
              </a:pathLst>
            </a:custGeom>
            <a:solidFill>
              <a:srgbClr val="F4F7F6"/>
            </a:solidFill>
            <a:ln w="85725" cap="rnd">
              <a:solidFill>
                <a:srgbClr val="6C8D64"/>
              </a:solidFill>
              <a:prstDash val="solid"/>
              <a:round/>
            </a:ln>
          </p:spPr>
        </p:sp>
        <p:sp>
          <p:nvSpPr>
            <p:cNvPr name="TextBox 14" id="14"/>
            <p:cNvSpPr txBox="true"/>
            <p:nvPr/>
          </p:nvSpPr>
          <p:spPr>
            <a:xfrm>
              <a:off x="0" y="-38100"/>
              <a:ext cx="3599028" cy="7831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2909161" y="6434518"/>
            <a:ext cx="12469679" cy="1616710"/>
          </a:xfrm>
          <a:prstGeom prst="rect">
            <a:avLst/>
          </a:prstGeom>
        </p:spPr>
        <p:txBody>
          <a:bodyPr anchor="t" rtlCol="false" tIns="0" lIns="0" bIns="0" rIns="0">
            <a:spAutoFit/>
          </a:bodyPr>
          <a:lstStyle/>
          <a:p>
            <a:pPr algn="l" marL="0" indent="0" lvl="0">
              <a:lnSpc>
                <a:spcPts val="4339"/>
              </a:lnSpc>
            </a:pPr>
            <a:r>
              <a:rPr lang="en-US" sz="3099">
                <a:solidFill>
                  <a:srgbClr val="1C3E25"/>
                </a:solidFill>
                <a:latin typeface="Arapey"/>
                <a:ea typeface="Arapey"/>
                <a:cs typeface="Arapey"/>
                <a:sym typeface="Arapey"/>
              </a:rPr>
              <a:t>Now think quietly in your heart: What is one thing you want to thank Jesus for today? Hold that thought gently, like a gift, and offer it back to Him with love and gratitude.</a:t>
            </a:r>
          </a:p>
        </p:txBody>
      </p:sp>
      <p:sp>
        <p:nvSpPr>
          <p:cNvPr name="Freeform 16" id="16"/>
          <p:cNvSpPr/>
          <p:nvPr/>
        </p:nvSpPr>
        <p:spPr>
          <a:xfrm flipH="false" flipV="false" rot="0">
            <a:off x="13904525" y="-808963"/>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5087685" y="-435553"/>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429898" y="8822753"/>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1613057" y="9196163"/>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7521209"/>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Freeform 4" id="4"/>
          <p:cNvSpPr/>
          <p:nvPr/>
        </p:nvSpPr>
        <p:spPr>
          <a:xfrm flipH="false" flipV="false" rot="-8100000">
            <a:off x="-319236" y="-27657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grpSp>
        <p:nvGrpSpPr>
          <p:cNvPr name="Group 5" id="5"/>
          <p:cNvGrpSpPr/>
          <p:nvPr/>
        </p:nvGrpSpPr>
        <p:grpSpPr>
          <a:xfrm rot="0">
            <a:off x="2311470" y="2991034"/>
            <a:ext cx="13665059" cy="5657850"/>
            <a:chOff x="0" y="0"/>
            <a:chExt cx="3599028" cy="1490133"/>
          </a:xfrm>
        </p:grpSpPr>
        <p:sp>
          <p:nvSpPr>
            <p:cNvPr name="Freeform 6" id="6"/>
            <p:cNvSpPr/>
            <p:nvPr/>
          </p:nvSpPr>
          <p:spPr>
            <a:xfrm flipH="false" flipV="false" rot="0">
              <a:off x="0" y="0"/>
              <a:ext cx="3599028" cy="1490133"/>
            </a:xfrm>
            <a:custGeom>
              <a:avLst/>
              <a:gdLst/>
              <a:ahLst/>
              <a:cxnLst/>
              <a:rect r="r" b="b" t="t" l="l"/>
              <a:pathLst>
                <a:path h="1490133" w="3599028">
                  <a:moveTo>
                    <a:pt x="28894" y="0"/>
                  </a:moveTo>
                  <a:lnTo>
                    <a:pt x="3570134" y="0"/>
                  </a:lnTo>
                  <a:cubicBezTo>
                    <a:pt x="3577797" y="0"/>
                    <a:pt x="3585146" y="3044"/>
                    <a:pt x="3590565" y="8463"/>
                  </a:cubicBezTo>
                  <a:cubicBezTo>
                    <a:pt x="3595984" y="13882"/>
                    <a:pt x="3599028" y="21231"/>
                    <a:pt x="3599028" y="28894"/>
                  </a:cubicBezTo>
                  <a:lnTo>
                    <a:pt x="3599028" y="1461239"/>
                  </a:lnTo>
                  <a:cubicBezTo>
                    <a:pt x="3599028" y="1468903"/>
                    <a:pt x="3595984" y="1476252"/>
                    <a:pt x="3590565" y="1481671"/>
                  </a:cubicBezTo>
                  <a:cubicBezTo>
                    <a:pt x="3585146" y="1487089"/>
                    <a:pt x="3577797" y="1490133"/>
                    <a:pt x="3570134" y="1490133"/>
                  </a:cubicBezTo>
                  <a:lnTo>
                    <a:pt x="28894" y="1490133"/>
                  </a:lnTo>
                  <a:cubicBezTo>
                    <a:pt x="12936" y="1490133"/>
                    <a:pt x="0" y="1477197"/>
                    <a:pt x="0" y="1461239"/>
                  </a:cubicBezTo>
                  <a:lnTo>
                    <a:pt x="0" y="28894"/>
                  </a:lnTo>
                  <a:cubicBezTo>
                    <a:pt x="0" y="21231"/>
                    <a:pt x="3044" y="13882"/>
                    <a:pt x="8463" y="8463"/>
                  </a:cubicBezTo>
                  <a:cubicBezTo>
                    <a:pt x="13882" y="3044"/>
                    <a:pt x="21231" y="0"/>
                    <a:pt x="28894" y="0"/>
                  </a:cubicBezTo>
                  <a:close/>
                </a:path>
              </a:pathLst>
            </a:custGeom>
            <a:solidFill>
              <a:srgbClr val="6C8D64"/>
            </a:solidFill>
            <a:ln w="85725" cap="rnd">
              <a:solidFill>
                <a:srgbClr val="6C8D64"/>
              </a:solidFill>
              <a:prstDash val="solid"/>
              <a:round/>
            </a:ln>
          </p:spPr>
        </p:sp>
        <p:sp>
          <p:nvSpPr>
            <p:cNvPr name="TextBox 7" id="7"/>
            <p:cNvSpPr txBox="true"/>
            <p:nvPr/>
          </p:nvSpPr>
          <p:spPr>
            <a:xfrm>
              <a:off x="0" y="-38100"/>
              <a:ext cx="3599028" cy="15282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8507033">
            <a:off x="15625072" y="-1796126"/>
            <a:ext cx="1893989" cy="4705563"/>
          </a:xfrm>
          <a:custGeom>
            <a:avLst/>
            <a:gdLst/>
            <a:ahLst/>
            <a:cxnLst/>
            <a:rect r="r" b="b" t="t" l="l"/>
            <a:pathLst>
              <a:path h="4705563" w="1893989">
                <a:moveTo>
                  <a:pt x="0" y="0"/>
                </a:moveTo>
                <a:lnTo>
                  <a:pt x="1893989" y="0"/>
                </a:lnTo>
                <a:lnTo>
                  <a:pt x="1893989" y="4705563"/>
                </a:lnTo>
                <a:lnTo>
                  <a:pt x="0" y="4705563"/>
                </a:lnTo>
                <a:lnTo>
                  <a:pt x="0" y="0"/>
                </a:lnTo>
                <a:close/>
              </a:path>
            </a:pathLst>
          </a:custGeom>
          <a:blipFill>
            <a:blip r:embed="rId4"/>
            <a:stretch>
              <a:fillRect l="0" t="0" r="0" b="0"/>
            </a:stretch>
          </a:blipFill>
        </p:spPr>
      </p:sp>
      <p:sp>
        <p:nvSpPr>
          <p:cNvPr name="Freeform 9" id="9"/>
          <p:cNvSpPr/>
          <p:nvPr/>
        </p:nvSpPr>
        <p:spPr>
          <a:xfrm flipH="false" flipV="false" rot="-1622382">
            <a:off x="49093" y="5993292"/>
            <a:ext cx="1893989" cy="4705563"/>
          </a:xfrm>
          <a:custGeom>
            <a:avLst/>
            <a:gdLst/>
            <a:ahLst/>
            <a:cxnLst/>
            <a:rect r="r" b="b" t="t" l="l"/>
            <a:pathLst>
              <a:path h="4705563" w="1893989">
                <a:moveTo>
                  <a:pt x="0" y="0"/>
                </a:moveTo>
                <a:lnTo>
                  <a:pt x="1893989" y="0"/>
                </a:lnTo>
                <a:lnTo>
                  <a:pt x="1893989" y="4705563"/>
                </a:lnTo>
                <a:lnTo>
                  <a:pt x="0" y="4705563"/>
                </a:lnTo>
                <a:lnTo>
                  <a:pt x="0" y="0"/>
                </a:lnTo>
                <a:close/>
              </a:path>
            </a:pathLst>
          </a:custGeom>
          <a:blipFill>
            <a:blip r:embed="rId4"/>
            <a:stretch>
              <a:fillRect l="0" t="0" r="0" b="0"/>
            </a:stretch>
          </a:blipFill>
        </p:spPr>
      </p:sp>
      <p:sp>
        <p:nvSpPr>
          <p:cNvPr name="TextBox 10" id="10"/>
          <p:cNvSpPr txBox="true"/>
          <p:nvPr/>
        </p:nvSpPr>
        <p:spPr>
          <a:xfrm rot="0">
            <a:off x="5657701" y="923925"/>
            <a:ext cx="6972599" cy="885979"/>
          </a:xfrm>
          <a:prstGeom prst="rect">
            <a:avLst/>
          </a:prstGeom>
        </p:spPr>
        <p:txBody>
          <a:bodyPr anchor="t" rtlCol="false" tIns="0" lIns="0" bIns="0" rIns="0">
            <a:spAutoFit/>
          </a:bodyPr>
          <a:lstStyle/>
          <a:p>
            <a:pPr algn="ctr" marL="0" indent="0" lvl="0">
              <a:lnSpc>
                <a:spcPts val="7194"/>
              </a:lnSpc>
            </a:pPr>
            <a:r>
              <a:rPr lang="en-US" sz="5139">
                <a:solidFill>
                  <a:srgbClr val="1C3E25"/>
                </a:solidFill>
                <a:latin typeface="Gilda Display"/>
                <a:ea typeface="Gilda Display"/>
                <a:cs typeface="Gilda Display"/>
                <a:sym typeface="Gilda Display"/>
              </a:rPr>
              <a:t>A PRAYER OF THANKS</a:t>
            </a:r>
          </a:p>
        </p:txBody>
      </p:sp>
      <p:sp>
        <p:nvSpPr>
          <p:cNvPr name="TextBox 11" id="11"/>
          <p:cNvSpPr txBox="true"/>
          <p:nvPr/>
        </p:nvSpPr>
        <p:spPr>
          <a:xfrm rot="0">
            <a:off x="2909161" y="3892417"/>
            <a:ext cx="12469679" cy="3788465"/>
          </a:xfrm>
          <a:prstGeom prst="rect">
            <a:avLst/>
          </a:prstGeom>
        </p:spPr>
        <p:txBody>
          <a:bodyPr anchor="t" rtlCol="false" tIns="0" lIns="0" bIns="0" rIns="0">
            <a:spAutoFit/>
          </a:bodyPr>
          <a:lstStyle/>
          <a:p>
            <a:pPr algn="ctr" marL="0" indent="0" lvl="0">
              <a:lnSpc>
                <a:spcPts val="4336"/>
              </a:lnSpc>
            </a:pPr>
            <a:r>
              <a:rPr lang="en-US" sz="3097">
                <a:solidFill>
                  <a:srgbClr val="FFFFFF"/>
                </a:solidFill>
                <a:latin typeface="Arapey"/>
                <a:ea typeface="Arapey"/>
                <a:cs typeface="Arapey"/>
                <a:sym typeface="Arapey"/>
              </a:rPr>
              <a:t>Dear Jesus,</a:t>
            </a:r>
          </a:p>
          <a:p>
            <a:pPr algn="ctr" marL="0" indent="0" lvl="0">
              <a:lnSpc>
                <a:spcPts val="4336"/>
              </a:lnSpc>
            </a:pPr>
            <a:r>
              <a:rPr lang="en-US" sz="3097">
                <a:solidFill>
                  <a:srgbClr val="FFFFFF"/>
                </a:solidFill>
                <a:latin typeface="Arapey"/>
                <a:ea typeface="Arapey"/>
                <a:cs typeface="Arapey"/>
                <a:sym typeface="Arapey"/>
              </a:rPr>
              <a:t>Thank You for loving us so much.</a:t>
            </a:r>
          </a:p>
          <a:p>
            <a:pPr algn="ctr" marL="0" indent="0" lvl="0">
              <a:lnSpc>
                <a:spcPts val="4336"/>
              </a:lnSpc>
            </a:pPr>
            <a:r>
              <a:rPr lang="en-US" sz="3097">
                <a:solidFill>
                  <a:srgbClr val="FFFFFF"/>
                </a:solidFill>
                <a:latin typeface="Arapey"/>
                <a:ea typeface="Arapey"/>
                <a:cs typeface="Arapey"/>
                <a:sym typeface="Arapey"/>
              </a:rPr>
              <a:t>Thank You for giving us Yourself in the Eucharist.</a:t>
            </a:r>
          </a:p>
          <a:p>
            <a:pPr algn="ctr" marL="0" indent="0" lvl="0">
              <a:lnSpc>
                <a:spcPts val="4336"/>
              </a:lnSpc>
            </a:pPr>
            <a:r>
              <a:rPr lang="en-US" sz="3097">
                <a:solidFill>
                  <a:srgbClr val="FFFFFF"/>
                </a:solidFill>
                <a:latin typeface="Arapey"/>
                <a:ea typeface="Arapey"/>
                <a:cs typeface="Arapey"/>
                <a:sym typeface="Arapey"/>
              </a:rPr>
              <a:t>Thank You for being with us always.</a:t>
            </a:r>
          </a:p>
          <a:p>
            <a:pPr algn="ctr" marL="0" indent="0" lvl="0">
              <a:lnSpc>
                <a:spcPts val="4336"/>
              </a:lnSpc>
            </a:pPr>
            <a:r>
              <a:rPr lang="en-US" sz="3097">
                <a:solidFill>
                  <a:srgbClr val="FFFFFF"/>
                </a:solidFill>
                <a:latin typeface="Arapey"/>
                <a:ea typeface="Arapey"/>
                <a:cs typeface="Arapey"/>
                <a:sym typeface="Arapey"/>
              </a:rPr>
              <a:t>Help us to love others the way You love us.</a:t>
            </a:r>
          </a:p>
          <a:p>
            <a:pPr algn="ctr" marL="0" indent="0" lvl="0">
              <a:lnSpc>
                <a:spcPts val="4336"/>
              </a:lnSpc>
            </a:pPr>
            <a:r>
              <a:rPr lang="en-US" sz="3097">
                <a:solidFill>
                  <a:srgbClr val="FFFFFF"/>
                </a:solidFill>
                <a:latin typeface="Arapey"/>
                <a:ea typeface="Arapey"/>
                <a:cs typeface="Arapey"/>
                <a:sym typeface="Arapey"/>
              </a:rPr>
              <a:t>Help us to be kind, generous, and grateful every day.</a:t>
            </a:r>
          </a:p>
          <a:p>
            <a:pPr algn="ctr" marL="0" indent="0" lvl="0">
              <a:lnSpc>
                <a:spcPts val="4336"/>
              </a:lnSpc>
            </a:pPr>
            <a:r>
              <a:rPr lang="en-US" sz="3097">
                <a:solidFill>
                  <a:srgbClr val="FFFFFF"/>
                </a:solidFill>
                <a:latin typeface="Arapey"/>
                <a:ea typeface="Arapey"/>
                <a:cs typeface="Arapey"/>
                <a:sym typeface="Arapey"/>
              </a:rPr>
              <a:t>Amen. 🙏</a:t>
            </a:r>
          </a:p>
        </p:txBody>
      </p:sp>
      <p:sp>
        <p:nvSpPr>
          <p:cNvPr name="Freeform 12" id="12"/>
          <p:cNvSpPr/>
          <p:nvPr/>
        </p:nvSpPr>
        <p:spPr>
          <a:xfrm flipH="false" flipV="false" rot="0">
            <a:off x="16406427" y="2991034"/>
            <a:ext cx="3763145" cy="2059467"/>
          </a:xfrm>
          <a:custGeom>
            <a:avLst/>
            <a:gdLst/>
            <a:ahLst/>
            <a:cxnLst/>
            <a:rect r="r" b="b" t="t" l="l"/>
            <a:pathLst>
              <a:path h="2059467" w="3763145">
                <a:moveTo>
                  <a:pt x="0" y="0"/>
                </a:moveTo>
                <a:lnTo>
                  <a:pt x="3763146" y="0"/>
                </a:lnTo>
                <a:lnTo>
                  <a:pt x="3763146" y="2059467"/>
                </a:lnTo>
                <a:lnTo>
                  <a:pt x="0" y="20594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7259300" y="3106388"/>
            <a:ext cx="1671937" cy="1944113"/>
          </a:xfrm>
          <a:custGeom>
            <a:avLst/>
            <a:gdLst/>
            <a:ahLst/>
            <a:cxnLst/>
            <a:rect r="r" b="b" t="t" l="l"/>
            <a:pathLst>
              <a:path h="1944113" w="1671937">
                <a:moveTo>
                  <a:pt x="0" y="0"/>
                </a:moveTo>
                <a:lnTo>
                  <a:pt x="1671937" y="0"/>
                </a:lnTo>
                <a:lnTo>
                  <a:pt x="1671937" y="1944113"/>
                </a:lnTo>
                <a:lnTo>
                  <a:pt x="0" y="19441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3776128" y="8839384"/>
            <a:ext cx="3763145" cy="2059467"/>
          </a:xfrm>
          <a:custGeom>
            <a:avLst/>
            <a:gdLst/>
            <a:ahLst/>
            <a:cxnLst/>
            <a:rect r="r" b="b" t="t" l="l"/>
            <a:pathLst>
              <a:path h="2059467" w="3763145">
                <a:moveTo>
                  <a:pt x="0" y="0"/>
                </a:moveTo>
                <a:lnTo>
                  <a:pt x="3763145" y="0"/>
                </a:lnTo>
                <a:lnTo>
                  <a:pt x="3763145" y="2059467"/>
                </a:lnTo>
                <a:lnTo>
                  <a:pt x="0" y="20594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4959287" y="9212794"/>
            <a:ext cx="1671937" cy="1944113"/>
          </a:xfrm>
          <a:custGeom>
            <a:avLst/>
            <a:gdLst/>
            <a:ahLst/>
            <a:cxnLst/>
            <a:rect r="r" b="b" t="t" l="l"/>
            <a:pathLst>
              <a:path h="1944113" w="1671937">
                <a:moveTo>
                  <a:pt x="0" y="0"/>
                </a:moveTo>
                <a:lnTo>
                  <a:pt x="1671938" y="0"/>
                </a:lnTo>
                <a:lnTo>
                  <a:pt x="1671938" y="1944113"/>
                </a:lnTo>
                <a:lnTo>
                  <a:pt x="0" y="19441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32986">
            <a:off x="14699686" y="6342491"/>
            <a:ext cx="5119227" cy="5531581"/>
          </a:xfrm>
          <a:custGeom>
            <a:avLst/>
            <a:gdLst/>
            <a:ahLst/>
            <a:cxnLst/>
            <a:rect r="r" b="b" t="t" l="l"/>
            <a:pathLst>
              <a:path h="5531581" w="5119227">
                <a:moveTo>
                  <a:pt x="0" y="0"/>
                </a:moveTo>
                <a:lnTo>
                  <a:pt x="5119228" y="0"/>
                </a:lnTo>
                <a:lnTo>
                  <a:pt x="5119228" y="5531582"/>
                </a:lnTo>
                <a:lnTo>
                  <a:pt x="0" y="5531582"/>
                </a:lnTo>
                <a:lnTo>
                  <a:pt x="0" y="0"/>
                </a:lnTo>
                <a:close/>
              </a:path>
            </a:pathLst>
          </a:custGeom>
          <a:blipFill>
            <a:blip r:embed="rId3"/>
            <a:stretch>
              <a:fillRect l="0" t="0" r="0" b="0"/>
            </a:stretch>
          </a:blipFill>
        </p:spPr>
      </p:sp>
      <p:sp>
        <p:nvSpPr>
          <p:cNvPr name="TextBox 4" id="4"/>
          <p:cNvSpPr txBox="true"/>
          <p:nvPr/>
        </p:nvSpPr>
        <p:spPr>
          <a:xfrm rot="0">
            <a:off x="4462951" y="3277622"/>
            <a:ext cx="9362098" cy="4957844"/>
          </a:xfrm>
          <a:prstGeom prst="rect">
            <a:avLst/>
          </a:prstGeom>
        </p:spPr>
        <p:txBody>
          <a:bodyPr anchor="t" rtlCol="false" tIns="0" lIns="0" bIns="0" rIns="0">
            <a:spAutoFit/>
          </a:bodyPr>
          <a:lstStyle/>
          <a:p>
            <a:pPr algn="ctr" marL="0" indent="0" lvl="0">
              <a:lnSpc>
                <a:spcPts val="12865"/>
              </a:lnSpc>
            </a:pPr>
            <a:r>
              <a:rPr lang="en-US" sz="12612">
                <a:solidFill>
                  <a:srgbClr val="1C3E25"/>
                </a:solidFill>
                <a:latin typeface="Gilda Display"/>
                <a:ea typeface="Gilda Display"/>
                <a:cs typeface="Gilda Display"/>
                <a:sym typeface="Gilda Display"/>
              </a:rPr>
              <a:t>JESUS</a:t>
            </a:r>
          </a:p>
          <a:p>
            <a:pPr algn="ctr" marL="0" indent="0" lvl="0">
              <a:lnSpc>
                <a:spcPts val="12865"/>
              </a:lnSpc>
            </a:pPr>
            <a:r>
              <a:rPr lang="en-US" sz="12612">
                <a:solidFill>
                  <a:srgbClr val="1C3E25"/>
                </a:solidFill>
                <a:latin typeface="Gilda Display"/>
                <a:ea typeface="Gilda Display"/>
                <a:cs typeface="Gilda Display"/>
                <a:sym typeface="Gilda Display"/>
              </a:rPr>
              <a:t>LOVES YOU</a:t>
            </a:r>
          </a:p>
          <a:p>
            <a:pPr algn="ctr" marL="0" indent="0" lvl="0">
              <a:lnSpc>
                <a:spcPts val="12865"/>
              </a:lnSpc>
            </a:pPr>
            <a:r>
              <a:rPr lang="en-US" sz="12612">
                <a:solidFill>
                  <a:srgbClr val="1C3E25"/>
                </a:solidFill>
                <a:latin typeface="Gilda Display"/>
                <a:ea typeface="Gilda Display"/>
                <a:cs typeface="Gilda Display"/>
                <a:sym typeface="Gilda Display"/>
              </a:rPr>
              <a:t>ALWAYS</a:t>
            </a:r>
          </a:p>
        </p:txBody>
      </p:sp>
      <p:sp>
        <p:nvSpPr>
          <p:cNvPr name="Freeform 5" id="5"/>
          <p:cNvSpPr/>
          <p:nvPr/>
        </p:nvSpPr>
        <p:spPr>
          <a:xfrm flipH="false" flipV="false" rot="-9060227">
            <a:off x="-481405" y="-1737091"/>
            <a:ext cx="5119227" cy="5531581"/>
          </a:xfrm>
          <a:custGeom>
            <a:avLst/>
            <a:gdLst/>
            <a:ahLst/>
            <a:cxnLst/>
            <a:rect r="r" b="b" t="t" l="l"/>
            <a:pathLst>
              <a:path h="5531581" w="5119227">
                <a:moveTo>
                  <a:pt x="0" y="0"/>
                </a:moveTo>
                <a:lnTo>
                  <a:pt x="5119227" y="0"/>
                </a:lnTo>
                <a:lnTo>
                  <a:pt x="5119227" y="5531582"/>
                </a:lnTo>
                <a:lnTo>
                  <a:pt x="0" y="5531582"/>
                </a:lnTo>
                <a:lnTo>
                  <a:pt x="0" y="0"/>
                </a:lnTo>
                <a:close/>
              </a:path>
            </a:pathLst>
          </a:custGeom>
          <a:blipFill>
            <a:blip r:embed="rId3"/>
            <a:stretch>
              <a:fillRect l="0" t="0" r="0" b="0"/>
            </a:stretch>
          </a:blipFill>
        </p:spPr>
      </p:sp>
      <p:sp>
        <p:nvSpPr>
          <p:cNvPr name="Freeform 6" id="6"/>
          <p:cNvSpPr/>
          <p:nvPr/>
        </p:nvSpPr>
        <p:spPr>
          <a:xfrm flipH="false" flipV="false" rot="-8252819">
            <a:off x="3277863" y="-1915619"/>
            <a:ext cx="2370177" cy="5888638"/>
          </a:xfrm>
          <a:custGeom>
            <a:avLst/>
            <a:gdLst/>
            <a:ahLst/>
            <a:cxnLst/>
            <a:rect r="r" b="b" t="t" l="l"/>
            <a:pathLst>
              <a:path h="5888638" w="2370177">
                <a:moveTo>
                  <a:pt x="0" y="0"/>
                </a:moveTo>
                <a:lnTo>
                  <a:pt x="2370176" y="0"/>
                </a:lnTo>
                <a:lnTo>
                  <a:pt x="2370176" y="5888638"/>
                </a:lnTo>
                <a:lnTo>
                  <a:pt x="0" y="5888638"/>
                </a:lnTo>
                <a:lnTo>
                  <a:pt x="0" y="0"/>
                </a:lnTo>
                <a:close/>
              </a:path>
            </a:pathLst>
          </a:custGeom>
          <a:blipFill>
            <a:blip r:embed="rId4"/>
            <a:stretch>
              <a:fillRect l="0" t="0" r="0" b="0"/>
            </a:stretch>
          </a:blipFill>
        </p:spPr>
      </p:sp>
      <p:sp>
        <p:nvSpPr>
          <p:cNvPr name="Freeform 7" id="7"/>
          <p:cNvSpPr/>
          <p:nvPr/>
        </p:nvSpPr>
        <p:spPr>
          <a:xfrm flipH="false" flipV="false" rot="2474845">
            <a:off x="12639961" y="6234292"/>
            <a:ext cx="2370177" cy="5888638"/>
          </a:xfrm>
          <a:custGeom>
            <a:avLst/>
            <a:gdLst/>
            <a:ahLst/>
            <a:cxnLst/>
            <a:rect r="r" b="b" t="t" l="l"/>
            <a:pathLst>
              <a:path h="5888638" w="2370177">
                <a:moveTo>
                  <a:pt x="0" y="0"/>
                </a:moveTo>
                <a:lnTo>
                  <a:pt x="2370176" y="0"/>
                </a:lnTo>
                <a:lnTo>
                  <a:pt x="2370176" y="5888638"/>
                </a:lnTo>
                <a:lnTo>
                  <a:pt x="0" y="5888638"/>
                </a:lnTo>
                <a:lnTo>
                  <a:pt x="0" y="0"/>
                </a:lnTo>
                <a:close/>
              </a:path>
            </a:pathLst>
          </a:custGeom>
          <a:blipFill>
            <a:blip r:embed="rId4"/>
            <a:stretch>
              <a:fillRect l="0" t="0" r="0" b="0"/>
            </a:stretch>
          </a:blipFill>
        </p:spPr>
      </p:sp>
      <p:sp>
        <p:nvSpPr>
          <p:cNvPr name="Freeform 8" id="8"/>
          <p:cNvSpPr/>
          <p:nvPr/>
        </p:nvSpPr>
        <p:spPr>
          <a:xfrm flipH="false" flipV="false" rot="0">
            <a:off x="-1358308" y="7034776"/>
            <a:ext cx="4471337" cy="2447041"/>
          </a:xfrm>
          <a:custGeom>
            <a:avLst/>
            <a:gdLst/>
            <a:ahLst/>
            <a:cxnLst/>
            <a:rect r="r" b="b" t="t" l="l"/>
            <a:pathLst>
              <a:path h="2447041" w="4471337">
                <a:moveTo>
                  <a:pt x="0" y="0"/>
                </a:moveTo>
                <a:lnTo>
                  <a:pt x="4471337" y="0"/>
                </a:lnTo>
                <a:lnTo>
                  <a:pt x="4471337" y="2447041"/>
                </a:lnTo>
                <a:lnTo>
                  <a:pt x="0" y="2447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607893" y="7209403"/>
            <a:ext cx="1986582" cy="2309979"/>
          </a:xfrm>
          <a:custGeom>
            <a:avLst/>
            <a:gdLst/>
            <a:ahLst/>
            <a:cxnLst/>
            <a:rect r="r" b="b" t="t" l="l"/>
            <a:pathLst>
              <a:path h="2309979" w="1986582">
                <a:moveTo>
                  <a:pt x="0" y="0"/>
                </a:moveTo>
                <a:lnTo>
                  <a:pt x="1986582" y="0"/>
                </a:lnTo>
                <a:lnTo>
                  <a:pt x="1986582" y="2309979"/>
                </a:lnTo>
                <a:lnTo>
                  <a:pt x="0" y="23099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437307" y="811474"/>
            <a:ext cx="4471337" cy="2447041"/>
          </a:xfrm>
          <a:custGeom>
            <a:avLst/>
            <a:gdLst/>
            <a:ahLst/>
            <a:cxnLst/>
            <a:rect r="r" b="b" t="t" l="l"/>
            <a:pathLst>
              <a:path h="2447041" w="4471337">
                <a:moveTo>
                  <a:pt x="0" y="0"/>
                </a:moveTo>
                <a:lnTo>
                  <a:pt x="4471338" y="0"/>
                </a:lnTo>
                <a:lnTo>
                  <a:pt x="4471338" y="2447041"/>
                </a:lnTo>
                <a:lnTo>
                  <a:pt x="0" y="2447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843127" y="1255156"/>
            <a:ext cx="1986582" cy="2309979"/>
          </a:xfrm>
          <a:custGeom>
            <a:avLst/>
            <a:gdLst/>
            <a:ahLst/>
            <a:cxnLst/>
            <a:rect r="r" b="b" t="t" l="l"/>
            <a:pathLst>
              <a:path h="2309979" w="1986582">
                <a:moveTo>
                  <a:pt x="0" y="0"/>
                </a:moveTo>
                <a:lnTo>
                  <a:pt x="1986582" y="0"/>
                </a:lnTo>
                <a:lnTo>
                  <a:pt x="1986582" y="2309979"/>
                </a:lnTo>
                <a:lnTo>
                  <a:pt x="0" y="23099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DAHUFGb9Ee8</dc:identifier>
  <dcterms:modified xsi:type="dcterms:W3CDTF">2011-08-01T06:04:30Z</dcterms:modified>
  <cp:revision>1</cp:revision>
</cp:coreProperties>
</file>