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hildos Arabic Bold" charset="1" panose="00000800000000000000"/>
      <p:regular r:id="rId14"/>
    </p:embeddedFont>
    <p:embeddedFont>
      <p:font typeface="Balsamiq Sans" charset="1" panose="02000603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6303018">
            <a:off x="8519127" y="-1153239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6303018">
            <a:off x="-1354737" y="6236797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30144" y="1267835"/>
            <a:ext cx="1047980" cy="997027"/>
          </a:xfrm>
          <a:custGeom>
            <a:avLst/>
            <a:gdLst/>
            <a:ahLst/>
            <a:cxnLst/>
            <a:rect r="r" b="b" t="t" l="l"/>
            <a:pathLst>
              <a:path h="997027" w="1047980">
                <a:moveTo>
                  <a:pt x="0" y="0"/>
                </a:moveTo>
                <a:lnTo>
                  <a:pt x="1047979" y="0"/>
                </a:lnTo>
                <a:lnTo>
                  <a:pt x="1047979" y="997026"/>
                </a:lnTo>
                <a:lnTo>
                  <a:pt x="0" y="997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707380">
            <a:off x="15799315" y="-6233791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56727">
            <a:off x="14007919" y="6076308"/>
            <a:ext cx="3711544" cy="3099139"/>
          </a:xfrm>
          <a:custGeom>
            <a:avLst/>
            <a:gdLst/>
            <a:ahLst/>
            <a:cxnLst/>
            <a:rect r="r" b="b" t="t" l="l"/>
            <a:pathLst>
              <a:path h="3099139" w="3711544">
                <a:moveTo>
                  <a:pt x="0" y="0"/>
                </a:moveTo>
                <a:lnTo>
                  <a:pt x="3711543" y="0"/>
                </a:lnTo>
                <a:lnTo>
                  <a:pt x="3711543" y="3099139"/>
                </a:lnTo>
                <a:lnTo>
                  <a:pt x="0" y="30991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07762">
            <a:off x="199489" y="4127727"/>
            <a:ext cx="3489117" cy="2874160"/>
          </a:xfrm>
          <a:custGeom>
            <a:avLst/>
            <a:gdLst/>
            <a:ahLst/>
            <a:cxnLst/>
            <a:rect r="r" b="b" t="t" l="l"/>
            <a:pathLst>
              <a:path h="2874160" w="3489117">
                <a:moveTo>
                  <a:pt x="0" y="0"/>
                </a:moveTo>
                <a:lnTo>
                  <a:pt x="3489118" y="0"/>
                </a:lnTo>
                <a:lnTo>
                  <a:pt x="3489118" y="2874160"/>
                </a:lnTo>
                <a:lnTo>
                  <a:pt x="0" y="28741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99371" y="2570786"/>
            <a:ext cx="9787683" cy="140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7"/>
              </a:lnSpc>
            </a:pPr>
            <a:r>
              <a:rPr lang="en-US" b="true" sz="10421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Be a Good Friend!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61856" y="5745032"/>
            <a:ext cx="6764287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4"/>
              </a:lnSpc>
            </a:pPr>
            <a:r>
              <a:rPr lang="en-US" sz="3020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Jesus loves us so we can love others too! Share, be kind, listen, and help a friend who is sad. That is how we show Jesus's love!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6303018">
            <a:off x="8519127" y="-1153239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6303018">
            <a:off x="-1354737" y="6236797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23932" y="1283095"/>
            <a:ext cx="1051497" cy="987093"/>
          </a:xfrm>
          <a:custGeom>
            <a:avLst/>
            <a:gdLst/>
            <a:ahLst/>
            <a:cxnLst/>
            <a:rect r="r" b="b" t="t" l="l"/>
            <a:pathLst>
              <a:path h="987093" w="1051497">
                <a:moveTo>
                  <a:pt x="0" y="0"/>
                </a:moveTo>
                <a:lnTo>
                  <a:pt x="1051497" y="0"/>
                </a:lnTo>
                <a:lnTo>
                  <a:pt x="1051497" y="987093"/>
                </a:lnTo>
                <a:lnTo>
                  <a:pt x="0" y="9870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707380">
            <a:off x="15799315" y="-6233791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398903" y="6538392"/>
            <a:ext cx="4074087" cy="4374858"/>
          </a:xfrm>
          <a:custGeom>
            <a:avLst/>
            <a:gdLst/>
            <a:ahLst/>
            <a:cxnLst/>
            <a:rect r="r" b="b" t="t" l="l"/>
            <a:pathLst>
              <a:path h="4374858" w="4074087">
                <a:moveTo>
                  <a:pt x="0" y="0"/>
                </a:moveTo>
                <a:lnTo>
                  <a:pt x="4074087" y="0"/>
                </a:lnTo>
                <a:lnTo>
                  <a:pt x="4074087" y="4374858"/>
                </a:lnTo>
                <a:lnTo>
                  <a:pt x="0" y="43748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56721">
            <a:off x="731023" y="2878766"/>
            <a:ext cx="3369642" cy="3395106"/>
          </a:xfrm>
          <a:custGeom>
            <a:avLst/>
            <a:gdLst/>
            <a:ahLst/>
            <a:cxnLst/>
            <a:rect r="r" b="b" t="t" l="l"/>
            <a:pathLst>
              <a:path h="3395106" w="3369642">
                <a:moveTo>
                  <a:pt x="0" y="0"/>
                </a:moveTo>
                <a:lnTo>
                  <a:pt x="3369642" y="0"/>
                </a:lnTo>
                <a:lnTo>
                  <a:pt x="3369642" y="3395106"/>
                </a:lnTo>
                <a:lnTo>
                  <a:pt x="0" y="33951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45891" y="2504111"/>
            <a:ext cx="7694643" cy="264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19"/>
              </a:lnSpc>
            </a:pPr>
            <a:r>
              <a:rPr lang="en-US" b="true" sz="7195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"You Are My Friends"</a:t>
            </a:r>
          </a:p>
          <a:p>
            <a:pPr algn="ctr" marL="0" indent="0" lvl="0">
              <a:lnSpc>
                <a:spcPts val="6619"/>
              </a:lnSpc>
            </a:pPr>
            <a:r>
              <a:rPr lang="en-US" b="true" sz="7195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John 15:14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61856" y="5745032"/>
            <a:ext cx="6764287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5"/>
              </a:lnSpc>
            </a:pPr>
            <a:r>
              <a:rPr lang="en-US" sz="2812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Jesus said: "You are my friends if you do what I command you." Jesus chose us and calls us His friends. That means He loves us, listens to us, and is always with us!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6303018">
            <a:off x="8519127" y="-1153239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6303018">
            <a:off x="-1354737" y="6236797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707380">
            <a:off x="15799315" y="-6233791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12349" y="1383565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40" y="0"/>
                </a:lnTo>
                <a:lnTo>
                  <a:pt x="873340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78893" y="3417565"/>
            <a:ext cx="4943241" cy="4010204"/>
          </a:xfrm>
          <a:custGeom>
            <a:avLst/>
            <a:gdLst/>
            <a:ahLst/>
            <a:cxnLst/>
            <a:rect r="r" b="b" t="t" l="l"/>
            <a:pathLst>
              <a:path h="4010204" w="4943241">
                <a:moveTo>
                  <a:pt x="0" y="0"/>
                </a:moveTo>
                <a:lnTo>
                  <a:pt x="4943241" y="0"/>
                </a:lnTo>
                <a:lnTo>
                  <a:pt x="4943241" y="4010204"/>
                </a:lnTo>
                <a:lnTo>
                  <a:pt x="0" y="40102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90788" y="5814193"/>
            <a:ext cx="5857717" cy="5816173"/>
          </a:xfrm>
          <a:custGeom>
            <a:avLst/>
            <a:gdLst/>
            <a:ahLst/>
            <a:cxnLst/>
            <a:rect r="r" b="b" t="t" l="l"/>
            <a:pathLst>
              <a:path h="5816173" w="5857717">
                <a:moveTo>
                  <a:pt x="0" y="0"/>
                </a:moveTo>
                <a:lnTo>
                  <a:pt x="5857718" y="0"/>
                </a:lnTo>
                <a:lnTo>
                  <a:pt x="5857718" y="5816173"/>
                </a:lnTo>
                <a:lnTo>
                  <a:pt x="0" y="58161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45891" y="2561261"/>
            <a:ext cx="7694643" cy="252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29"/>
              </a:lnSpc>
            </a:pPr>
            <a:r>
              <a:rPr lang="en-US" b="true" sz="10031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Jesus Loves</a:t>
            </a:r>
          </a:p>
          <a:p>
            <a:pPr algn="ctr" marL="0" indent="0" lvl="0">
              <a:lnSpc>
                <a:spcPts val="9229"/>
              </a:lnSpc>
            </a:pPr>
            <a:r>
              <a:rPr lang="en-US" b="true" sz="10031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You Every Day!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61856" y="5745032"/>
            <a:ext cx="6764287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94"/>
              </a:lnSpc>
            </a:pPr>
            <a:r>
              <a:rPr lang="en-US" sz="2828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Jesus's love never stops! He loves us when we are happy, when we are sad, and even when we make mistakes. Nothing can change how much Jesus loves you.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6303018">
            <a:off x="8519127" y="-1153239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6303018">
            <a:off x="-1354737" y="6236797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30144" y="1267835"/>
            <a:ext cx="1047980" cy="997027"/>
          </a:xfrm>
          <a:custGeom>
            <a:avLst/>
            <a:gdLst/>
            <a:ahLst/>
            <a:cxnLst/>
            <a:rect r="r" b="b" t="t" l="l"/>
            <a:pathLst>
              <a:path h="997027" w="1047980">
                <a:moveTo>
                  <a:pt x="0" y="0"/>
                </a:moveTo>
                <a:lnTo>
                  <a:pt x="1047979" y="0"/>
                </a:lnTo>
                <a:lnTo>
                  <a:pt x="1047979" y="997026"/>
                </a:lnTo>
                <a:lnTo>
                  <a:pt x="0" y="997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707380">
            <a:off x="15799315" y="-6233791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56727">
            <a:off x="14007919" y="6076308"/>
            <a:ext cx="3711544" cy="3099139"/>
          </a:xfrm>
          <a:custGeom>
            <a:avLst/>
            <a:gdLst/>
            <a:ahLst/>
            <a:cxnLst/>
            <a:rect r="r" b="b" t="t" l="l"/>
            <a:pathLst>
              <a:path h="3099139" w="3711544">
                <a:moveTo>
                  <a:pt x="0" y="0"/>
                </a:moveTo>
                <a:lnTo>
                  <a:pt x="3711543" y="0"/>
                </a:lnTo>
                <a:lnTo>
                  <a:pt x="3711543" y="3099139"/>
                </a:lnTo>
                <a:lnTo>
                  <a:pt x="0" y="30991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07762">
            <a:off x="199489" y="4127727"/>
            <a:ext cx="3489117" cy="2874160"/>
          </a:xfrm>
          <a:custGeom>
            <a:avLst/>
            <a:gdLst/>
            <a:ahLst/>
            <a:cxnLst/>
            <a:rect r="r" b="b" t="t" l="l"/>
            <a:pathLst>
              <a:path h="2874160" w="3489117">
                <a:moveTo>
                  <a:pt x="0" y="0"/>
                </a:moveTo>
                <a:lnTo>
                  <a:pt x="3489118" y="0"/>
                </a:lnTo>
                <a:lnTo>
                  <a:pt x="3489118" y="2874160"/>
                </a:lnTo>
                <a:lnTo>
                  <a:pt x="0" y="28741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99371" y="2570786"/>
            <a:ext cx="9787683" cy="140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7"/>
              </a:lnSpc>
            </a:pPr>
            <a:r>
              <a:rPr lang="en-US" b="true" sz="10421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Be a Good Friend!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61856" y="5745032"/>
            <a:ext cx="6764287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4"/>
              </a:lnSpc>
            </a:pPr>
            <a:r>
              <a:rPr lang="en-US" sz="3020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Jesus loves us so we can love others too! Share, be kind, listen, and help a friend who is sad. That is how we show Jesus's love!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607033">
            <a:off x="-1671637" y="-3504158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181354">
            <a:off x="-10703602" y="-618431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65699">
            <a:off x="16704518" y="2286172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89904" y="953377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39" y="0"/>
                </a:lnTo>
                <a:lnTo>
                  <a:pt x="873339" y="846345"/>
                </a:lnTo>
                <a:lnTo>
                  <a:pt x="0" y="8463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48304">
            <a:off x="14166344" y="2774412"/>
            <a:ext cx="2247119" cy="2698505"/>
          </a:xfrm>
          <a:custGeom>
            <a:avLst/>
            <a:gdLst/>
            <a:ahLst/>
            <a:cxnLst/>
            <a:rect r="r" b="b" t="t" l="l"/>
            <a:pathLst>
              <a:path h="2698505" w="2247119">
                <a:moveTo>
                  <a:pt x="0" y="0"/>
                </a:moveTo>
                <a:lnTo>
                  <a:pt x="2247119" y="0"/>
                </a:lnTo>
                <a:lnTo>
                  <a:pt x="2247119" y="2698505"/>
                </a:lnTo>
                <a:lnTo>
                  <a:pt x="0" y="26985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333125">
            <a:off x="635189" y="4806276"/>
            <a:ext cx="3973172" cy="4076949"/>
          </a:xfrm>
          <a:custGeom>
            <a:avLst/>
            <a:gdLst/>
            <a:ahLst/>
            <a:cxnLst/>
            <a:rect r="r" b="b" t="t" l="l"/>
            <a:pathLst>
              <a:path h="4076949" w="3973172">
                <a:moveTo>
                  <a:pt x="3973172" y="0"/>
                </a:moveTo>
                <a:lnTo>
                  <a:pt x="0" y="0"/>
                </a:lnTo>
                <a:lnTo>
                  <a:pt x="0" y="4076949"/>
                </a:lnTo>
                <a:lnTo>
                  <a:pt x="3973172" y="4076949"/>
                </a:lnTo>
                <a:lnTo>
                  <a:pt x="397317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23131">
            <a:off x="13471623" y="7489923"/>
            <a:ext cx="3209925" cy="1768377"/>
          </a:xfrm>
          <a:custGeom>
            <a:avLst/>
            <a:gdLst/>
            <a:ahLst/>
            <a:cxnLst/>
            <a:rect r="r" b="b" t="t" l="l"/>
            <a:pathLst>
              <a:path h="1768377" w="3209925">
                <a:moveTo>
                  <a:pt x="0" y="0"/>
                </a:moveTo>
                <a:lnTo>
                  <a:pt x="3209925" y="0"/>
                </a:lnTo>
                <a:lnTo>
                  <a:pt x="3209925" y="1768377"/>
                </a:lnTo>
                <a:lnTo>
                  <a:pt x="0" y="176837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09840" y="2410886"/>
            <a:ext cx="11566745" cy="262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0"/>
              </a:lnSpc>
              <a:spcBef>
                <a:spcPct val="0"/>
              </a:spcBef>
            </a:pPr>
            <a:r>
              <a:rPr lang="en-US" b="true" sz="1041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Draw a Friendship Invitation!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96265" y="5894780"/>
            <a:ext cx="8695471" cy="1519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29"/>
              </a:lnSpc>
              <a:spcBef>
                <a:spcPct val="0"/>
              </a:spcBef>
            </a:pPr>
            <a:r>
              <a:rPr lang="en-US" sz="3358" strike="noStrike" u="none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Create an invitation to invite someone to be friends with Jesus! Draw pictures, add colors, and write a kind message to share His love.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879075">
            <a:off x="5732034" y="-533332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65699">
            <a:off x="15542887" y="1012572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25576" y="1309558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40" y="0"/>
                </a:lnTo>
                <a:lnTo>
                  <a:pt x="873340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23339" y="2118903"/>
            <a:ext cx="873340" cy="846346"/>
          </a:xfrm>
          <a:custGeom>
            <a:avLst/>
            <a:gdLst/>
            <a:ahLst/>
            <a:cxnLst/>
            <a:rect r="r" b="b" t="t" l="l"/>
            <a:pathLst>
              <a:path h="846346" w="873340">
                <a:moveTo>
                  <a:pt x="0" y="0"/>
                </a:moveTo>
                <a:lnTo>
                  <a:pt x="873339" y="0"/>
                </a:lnTo>
                <a:lnTo>
                  <a:pt x="873339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87010">
            <a:off x="10877334" y="2364702"/>
            <a:ext cx="4912582" cy="4375268"/>
          </a:xfrm>
          <a:custGeom>
            <a:avLst/>
            <a:gdLst/>
            <a:ahLst/>
            <a:cxnLst/>
            <a:rect r="r" b="b" t="t" l="l"/>
            <a:pathLst>
              <a:path h="4375268" w="4912582">
                <a:moveTo>
                  <a:pt x="0" y="0"/>
                </a:moveTo>
                <a:lnTo>
                  <a:pt x="4912582" y="0"/>
                </a:lnTo>
                <a:lnTo>
                  <a:pt x="4912582" y="4375268"/>
                </a:lnTo>
                <a:lnTo>
                  <a:pt x="0" y="43752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10845">
            <a:off x="7902670" y="2341681"/>
            <a:ext cx="4517935" cy="3388451"/>
          </a:xfrm>
          <a:custGeom>
            <a:avLst/>
            <a:gdLst/>
            <a:ahLst/>
            <a:cxnLst/>
            <a:rect r="r" b="b" t="t" l="l"/>
            <a:pathLst>
              <a:path h="3388451" w="4517935">
                <a:moveTo>
                  <a:pt x="0" y="0"/>
                </a:moveTo>
                <a:lnTo>
                  <a:pt x="4517935" y="0"/>
                </a:lnTo>
                <a:lnTo>
                  <a:pt x="4517935" y="3388451"/>
                </a:lnTo>
                <a:lnTo>
                  <a:pt x="0" y="33884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49357" y="4172233"/>
            <a:ext cx="7694643" cy="262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0"/>
              </a:lnSpc>
              <a:spcBef>
                <a:spcPct val="0"/>
              </a:spcBef>
            </a:pPr>
            <a:r>
              <a:rPr lang="en-US" b="true" sz="10413" strike="noStrike" u="none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Share His</a:t>
            </a:r>
          </a:p>
          <a:p>
            <a:pPr algn="ctr" marL="0" indent="0" lvl="0">
              <a:lnSpc>
                <a:spcPts val="9580"/>
              </a:lnSpc>
              <a:spcBef>
                <a:spcPct val="0"/>
              </a:spcBef>
            </a:pPr>
            <a:r>
              <a:rPr lang="en-US" b="true" sz="10413" strike="noStrike" u="none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Love!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3428" y="7346479"/>
            <a:ext cx="7428076" cy="1820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1"/>
              </a:lnSpc>
              <a:spcBef>
                <a:spcPct val="0"/>
              </a:spcBef>
            </a:pPr>
            <a:r>
              <a:rPr lang="en-US" sz="3018" strike="noStrike" u="none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Jesus calls us to share His love with everyone around us. Smile, be kind, and show others how much they matter — just like Jesus does for us!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6303018">
            <a:off x="8519127" y="-1153239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6303018">
            <a:off x="-1354737" y="6236797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57408" y="1329312"/>
            <a:ext cx="1014129" cy="949143"/>
          </a:xfrm>
          <a:custGeom>
            <a:avLst/>
            <a:gdLst/>
            <a:ahLst/>
            <a:cxnLst/>
            <a:rect r="r" b="b" t="t" l="l"/>
            <a:pathLst>
              <a:path h="949143" w="1014129">
                <a:moveTo>
                  <a:pt x="0" y="0"/>
                </a:moveTo>
                <a:lnTo>
                  <a:pt x="1014129" y="0"/>
                </a:lnTo>
                <a:lnTo>
                  <a:pt x="1014129" y="949143"/>
                </a:lnTo>
                <a:lnTo>
                  <a:pt x="0" y="949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707380">
            <a:off x="15799315" y="-6233791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56727">
            <a:off x="13667303" y="4836931"/>
            <a:ext cx="4315643" cy="4455679"/>
          </a:xfrm>
          <a:custGeom>
            <a:avLst/>
            <a:gdLst/>
            <a:ahLst/>
            <a:cxnLst/>
            <a:rect r="r" b="b" t="t" l="l"/>
            <a:pathLst>
              <a:path h="4455679" w="4315643">
                <a:moveTo>
                  <a:pt x="0" y="0"/>
                </a:moveTo>
                <a:lnTo>
                  <a:pt x="4315643" y="0"/>
                </a:lnTo>
                <a:lnTo>
                  <a:pt x="4315643" y="4455679"/>
                </a:lnTo>
                <a:lnTo>
                  <a:pt x="0" y="44556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07762">
            <a:off x="353667" y="3999414"/>
            <a:ext cx="3061949" cy="2974068"/>
          </a:xfrm>
          <a:custGeom>
            <a:avLst/>
            <a:gdLst/>
            <a:ahLst/>
            <a:cxnLst/>
            <a:rect r="r" b="b" t="t" l="l"/>
            <a:pathLst>
              <a:path h="2974068" w="3061949">
                <a:moveTo>
                  <a:pt x="0" y="0"/>
                </a:moveTo>
                <a:lnTo>
                  <a:pt x="3061948" y="0"/>
                </a:lnTo>
                <a:lnTo>
                  <a:pt x="3061948" y="2974068"/>
                </a:lnTo>
                <a:lnTo>
                  <a:pt x="0" y="29740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99371" y="2570786"/>
            <a:ext cx="9787683" cy="262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0"/>
              </a:lnSpc>
            </a:pPr>
            <a:r>
              <a:rPr lang="en-US" b="true" sz="1041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Let's Pray Together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61856" y="5745032"/>
            <a:ext cx="6764287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4"/>
              </a:lnSpc>
            </a:pPr>
            <a:r>
              <a:rPr lang="en-US" sz="3020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"Jesus, thank you for calling me your friend. Help me to love others the way you love me. Amen."</a:t>
            </a:r>
          </a:p>
          <a:p>
            <a:pPr algn="ctr" marL="0" indent="0" lvl="0">
              <a:lnSpc>
                <a:spcPts val="3624"/>
              </a:lnSpc>
            </a:pPr>
            <a:r>
              <a:rPr lang="en-US" sz="3020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— John 15:12–17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879075">
            <a:off x="5732034" y="-533332"/>
            <a:ext cx="10459054" cy="8100406"/>
          </a:xfrm>
          <a:custGeom>
            <a:avLst/>
            <a:gdLst/>
            <a:ahLst/>
            <a:cxnLst/>
            <a:rect r="r" b="b" t="t" l="l"/>
            <a:pathLst>
              <a:path h="8100406" w="10459054">
                <a:moveTo>
                  <a:pt x="0" y="8100406"/>
                </a:moveTo>
                <a:lnTo>
                  <a:pt x="10459054" y="8100406"/>
                </a:lnTo>
                <a:lnTo>
                  <a:pt x="10459054" y="0"/>
                </a:lnTo>
                <a:lnTo>
                  <a:pt x="0" y="0"/>
                </a:lnTo>
                <a:lnTo>
                  <a:pt x="0" y="810040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32159" y="1215980"/>
            <a:ext cx="1035328" cy="999960"/>
          </a:xfrm>
          <a:custGeom>
            <a:avLst/>
            <a:gdLst/>
            <a:ahLst/>
            <a:cxnLst/>
            <a:rect r="r" b="b" t="t" l="l"/>
            <a:pathLst>
              <a:path h="999960" w="1035328">
                <a:moveTo>
                  <a:pt x="0" y="0"/>
                </a:moveTo>
                <a:lnTo>
                  <a:pt x="1035327" y="0"/>
                </a:lnTo>
                <a:lnTo>
                  <a:pt x="1035327" y="999959"/>
                </a:lnTo>
                <a:lnTo>
                  <a:pt x="0" y="9999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22819" y="1961976"/>
            <a:ext cx="1084184" cy="1060463"/>
          </a:xfrm>
          <a:custGeom>
            <a:avLst/>
            <a:gdLst/>
            <a:ahLst/>
            <a:cxnLst/>
            <a:rect r="r" b="b" t="t" l="l"/>
            <a:pathLst>
              <a:path h="1060463" w="1084184">
                <a:moveTo>
                  <a:pt x="0" y="0"/>
                </a:moveTo>
                <a:lnTo>
                  <a:pt x="1084184" y="0"/>
                </a:lnTo>
                <a:lnTo>
                  <a:pt x="1084184" y="1060463"/>
                </a:lnTo>
                <a:lnTo>
                  <a:pt x="0" y="10604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5898" y="4172233"/>
            <a:ext cx="8941560" cy="2622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580"/>
              </a:lnSpc>
              <a:spcBef>
                <a:spcPct val="0"/>
              </a:spcBef>
            </a:pPr>
            <a:r>
              <a:rPr lang="en-US" b="true" sz="10413">
                <a:solidFill>
                  <a:srgbClr val="535674"/>
                </a:solidFill>
                <a:latin typeface="Childos Arabic Bold"/>
                <a:ea typeface="Childos Arabic Bold"/>
                <a:cs typeface="Childos Arabic Bold"/>
                <a:sym typeface="Childos Arabic Bold"/>
              </a:rPr>
              <a:t>Jesus Is Your Friend Forever!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3417821">
            <a:off x="-10150445" y="-7676154"/>
            <a:ext cx="12420620" cy="13897197"/>
          </a:xfrm>
          <a:custGeom>
            <a:avLst/>
            <a:gdLst/>
            <a:ahLst/>
            <a:cxnLst/>
            <a:rect r="r" b="b" t="t" l="l"/>
            <a:pathLst>
              <a:path h="13897197" w="12420620">
                <a:moveTo>
                  <a:pt x="0" y="0"/>
                </a:moveTo>
                <a:lnTo>
                  <a:pt x="12420620" y="0"/>
                </a:lnTo>
                <a:lnTo>
                  <a:pt x="12420620" y="13897197"/>
                </a:lnTo>
                <a:lnTo>
                  <a:pt x="0" y="138971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065699">
            <a:off x="15542887" y="1012572"/>
            <a:ext cx="12118702" cy="13559387"/>
          </a:xfrm>
          <a:custGeom>
            <a:avLst/>
            <a:gdLst/>
            <a:ahLst/>
            <a:cxnLst/>
            <a:rect r="r" b="b" t="t" l="l"/>
            <a:pathLst>
              <a:path h="13559387" w="12118702">
                <a:moveTo>
                  <a:pt x="0" y="0"/>
                </a:moveTo>
                <a:lnTo>
                  <a:pt x="12118702" y="0"/>
                </a:lnTo>
                <a:lnTo>
                  <a:pt x="12118702" y="13559387"/>
                </a:lnTo>
                <a:lnTo>
                  <a:pt x="0" y="135593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63187">
            <a:off x="8972041" y="468317"/>
            <a:ext cx="2958582" cy="2988905"/>
          </a:xfrm>
          <a:custGeom>
            <a:avLst/>
            <a:gdLst/>
            <a:ahLst/>
            <a:cxnLst/>
            <a:rect r="r" b="b" t="t" l="l"/>
            <a:pathLst>
              <a:path h="2988905" w="2958582">
                <a:moveTo>
                  <a:pt x="0" y="0"/>
                </a:moveTo>
                <a:lnTo>
                  <a:pt x="2958582" y="0"/>
                </a:lnTo>
                <a:lnTo>
                  <a:pt x="2958582" y="2988905"/>
                </a:lnTo>
                <a:lnTo>
                  <a:pt x="0" y="29889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46157">
            <a:off x="11649779" y="2939896"/>
            <a:ext cx="4093486" cy="3836304"/>
          </a:xfrm>
          <a:custGeom>
            <a:avLst/>
            <a:gdLst/>
            <a:ahLst/>
            <a:cxnLst/>
            <a:rect r="r" b="b" t="t" l="l"/>
            <a:pathLst>
              <a:path h="3836304" w="4093486">
                <a:moveTo>
                  <a:pt x="0" y="0"/>
                </a:moveTo>
                <a:lnTo>
                  <a:pt x="4093486" y="0"/>
                </a:lnTo>
                <a:lnTo>
                  <a:pt x="4093486" y="3836304"/>
                </a:lnTo>
                <a:lnTo>
                  <a:pt x="0" y="38363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2640" y="7346479"/>
            <a:ext cx="7428076" cy="1365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1"/>
              </a:lnSpc>
              <a:spcBef>
                <a:spcPct val="0"/>
              </a:spcBef>
            </a:pPr>
            <a:r>
              <a:rPr lang="en-US" sz="3018">
                <a:solidFill>
                  <a:srgbClr val="2D2F42"/>
                </a:solidFill>
                <a:latin typeface="Balsamiq Sans"/>
                <a:ea typeface="Balsamiq Sans"/>
                <a:cs typeface="Balsamiq Sans"/>
                <a:sym typeface="Balsamiq Sans"/>
              </a:rPr>
              <a:t>Go and be a good friend this week! Remember: Jesus loves you and calls you His friend always.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DAHT0cPtPM4</dc:identifier>
  <dcterms:modified xsi:type="dcterms:W3CDTF">2011-08-01T06:04:30Z</dcterms:modified>
  <cp:revision>1</cp:revision>
</cp:coreProperties>
</file>