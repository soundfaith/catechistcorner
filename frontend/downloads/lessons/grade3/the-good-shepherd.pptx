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erton" charset="1" panose="00000500000000000000"/>
      <p:regular r:id="rId14"/>
    </p:embeddedFont>
    <p:embeddedFont>
      <p:font typeface="Childos Arabic Light" charset="1" panose="00000400000000000000"/>
      <p:regular r:id="rId15"/>
    </p:embeddedFont>
    <p:embeddedFont>
      <p:font typeface="Childos Arabic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6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6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03400">
            <a:off x="12232780" y="6775949"/>
            <a:ext cx="3642354" cy="3933530"/>
          </a:xfrm>
          <a:custGeom>
            <a:avLst/>
            <a:gdLst/>
            <a:ahLst/>
            <a:cxnLst/>
            <a:rect r="r" b="b" t="t" l="l"/>
            <a:pathLst>
              <a:path h="3933530" w="3642354">
                <a:moveTo>
                  <a:pt x="0" y="0"/>
                </a:moveTo>
                <a:lnTo>
                  <a:pt x="3642354" y="0"/>
                </a:lnTo>
                <a:lnTo>
                  <a:pt x="3642354" y="3933530"/>
                </a:lnTo>
                <a:lnTo>
                  <a:pt x="0" y="3933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39002" y="293160"/>
            <a:ext cx="3964396" cy="4511403"/>
          </a:xfrm>
          <a:custGeom>
            <a:avLst/>
            <a:gdLst/>
            <a:ahLst/>
            <a:cxnLst/>
            <a:rect r="r" b="b" t="t" l="l"/>
            <a:pathLst>
              <a:path h="4511403" w="3964396">
                <a:moveTo>
                  <a:pt x="0" y="0"/>
                </a:moveTo>
                <a:lnTo>
                  <a:pt x="3964396" y="0"/>
                </a:lnTo>
                <a:lnTo>
                  <a:pt x="3964396" y="4511404"/>
                </a:lnTo>
                <a:lnTo>
                  <a:pt x="0" y="4511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08088" y="-1116148"/>
            <a:ext cx="2652650" cy="3230015"/>
          </a:xfrm>
          <a:custGeom>
            <a:avLst/>
            <a:gdLst/>
            <a:ahLst/>
            <a:cxnLst/>
            <a:rect r="r" b="b" t="t" l="l"/>
            <a:pathLst>
              <a:path h="3230015" w="2652650">
                <a:moveTo>
                  <a:pt x="0" y="0"/>
                </a:moveTo>
                <a:lnTo>
                  <a:pt x="2652650" y="0"/>
                </a:lnTo>
                <a:lnTo>
                  <a:pt x="2652650" y="3230015"/>
                </a:lnTo>
                <a:lnTo>
                  <a:pt x="0" y="32300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272333">
            <a:off x="3581201" y="8591152"/>
            <a:ext cx="3686521" cy="1972288"/>
          </a:xfrm>
          <a:custGeom>
            <a:avLst/>
            <a:gdLst/>
            <a:ahLst/>
            <a:cxnLst/>
            <a:rect r="r" b="b" t="t" l="l"/>
            <a:pathLst>
              <a:path h="1972288" w="3686521">
                <a:moveTo>
                  <a:pt x="0" y="0"/>
                </a:moveTo>
                <a:lnTo>
                  <a:pt x="3686521" y="0"/>
                </a:lnTo>
                <a:lnTo>
                  <a:pt x="3686521" y="1972289"/>
                </a:lnTo>
                <a:lnTo>
                  <a:pt x="0" y="197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47944" y="3559338"/>
            <a:ext cx="11766936" cy="269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326"/>
              </a:lnSpc>
              <a:spcBef>
                <a:spcPct val="0"/>
              </a:spcBef>
            </a:pPr>
            <a:r>
              <a:rPr lang="en-US" sz="10537" strike="noStrike" u="none">
                <a:solidFill>
                  <a:srgbClr val="000000"/>
                </a:solidFill>
                <a:latin typeface="Berton"/>
                <a:ea typeface="Berton"/>
                <a:cs typeface="Berton"/>
                <a:sym typeface="Berton"/>
              </a:rPr>
              <a:t>THE GOOD</a:t>
            </a:r>
          </a:p>
          <a:p>
            <a:pPr algn="just" marL="0" indent="0" lvl="0">
              <a:lnSpc>
                <a:spcPts val="10326"/>
              </a:lnSpc>
              <a:spcBef>
                <a:spcPct val="0"/>
              </a:spcBef>
            </a:pPr>
            <a:r>
              <a:rPr lang="en-US" sz="10537" strike="noStrike" u="none">
                <a:solidFill>
                  <a:srgbClr val="000000"/>
                </a:solidFill>
                <a:latin typeface="Berton"/>
                <a:ea typeface="Berton"/>
                <a:cs typeface="Berton"/>
                <a:sym typeface="Berton"/>
              </a:rPr>
              <a:t>SHEPHERD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549310"/>
            <a:ext cx="10344856" cy="1058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05"/>
              </a:lnSpc>
            </a:pPr>
            <a:r>
              <a:rPr lang="en-US" sz="5861">
                <a:solidFill>
                  <a:srgbClr val="000000"/>
                </a:solidFill>
                <a:latin typeface="Childos Arabic Light"/>
                <a:ea typeface="Childos Arabic Light"/>
                <a:cs typeface="Childos Arabic Light"/>
                <a:sym typeface="Childos Arabic Light"/>
              </a:rPr>
              <a:t>John 10:11–14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536868">
            <a:off x="10288382" y="4053205"/>
            <a:ext cx="6603101" cy="5246370"/>
            <a:chOff x="0" y="0"/>
            <a:chExt cx="3901440" cy="3099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2"/>
              <a:stretch>
                <a:fillRect l="-168" t="0" r="-168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809546" y="734096"/>
            <a:ext cx="3314856" cy="8839615"/>
          </a:xfrm>
          <a:custGeom>
            <a:avLst/>
            <a:gdLst/>
            <a:ahLst/>
            <a:cxnLst/>
            <a:rect r="r" b="b" t="t" l="l"/>
            <a:pathLst>
              <a:path h="8839615" w="3314856">
                <a:moveTo>
                  <a:pt x="0" y="0"/>
                </a:moveTo>
                <a:lnTo>
                  <a:pt x="3314855" y="0"/>
                </a:lnTo>
                <a:lnTo>
                  <a:pt x="3314855" y="8839615"/>
                </a:lnTo>
                <a:lnTo>
                  <a:pt x="0" y="88396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586535"/>
            <a:ext cx="14149337" cy="1086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95"/>
              </a:lnSpc>
              <a:spcBef>
                <a:spcPct val="0"/>
              </a:spcBef>
            </a:pPr>
            <a:r>
              <a:rPr lang="en-US" sz="8260" strike="noStrike" u="none">
                <a:solidFill>
                  <a:srgbClr val="000000"/>
                </a:solidFill>
                <a:latin typeface="Berton"/>
                <a:ea typeface="Berton"/>
                <a:cs typeface="Berton"/>
                <a:sym typeface="Berton"/>
              </a:rPr>
              <a:t>THE GOOD SHEPHERD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34763"/>
            <a:ext cx="8421152" cy="373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Jesus said:</a:t>
            </a:r>
          </a:p>
          <a:p>
            <a:pPr algn="l" marL="0" indent="0" lvl="0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"I am the good shepherd. The good shepherd lays down his life for the sheep. I am the good shepherd; I know my sheep and my sheep know me."</a:t>
            </a:r>
          </a:p>
          <a:p>
            <a:pPr algn="l" marL="0" indent="0" lvl="0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— John 10:11–14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468440">
            <a:off x="2066381" y="3354351"/>
            <a:ext cx="3179213" cy="4804493"/>
            <a:chOff x="0" y="0"/>
            <a:chExt cx="6790944" cy="10262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90944" cy="10262616"/>
            </a:xfrm>
            <a:custGeom>
              <a:avLst/>
              <a:gdLst/>
              <a:ahLst/>
              <a:cxnLst/>
              <a:rect r="r" b="b" t="t" l="l"/>
              <a:pathLst>
                <a:path h="10262616" w="6790944">
                  <a:moveTo>
                    <a:pt x="6790944" y="10262616"/>
                  </a:moveTo>
                  <a:lnTo>
                    <a:pt x="0" y="10262616"/>
                  </a:lnTo>
                  <a:lnTo>
                    <a:pt x="0" y="0"/>
                  </a:lnTo>
                  <a:lnTo>
                    <a:pt x="6790944" y="0"/>
                  </a:lnTo>
                  <a:lnTo>
                    <a:pt x="6790944" y="10262616"/>
                  </a:lnTo>
                  <a:close/>
                </a:path>
              </a:pathLst>
            </a:custGeom>
            <a:blipFill>
              <a:blip r:embed="rId2"/>
              <a:stretch>
                <a:fillRect l="-311" t="0" r="-31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99943" y="923837"/>
              <a:ext cx="6533961" cy="7709113"/>
            </a:xfrm>
            <a:custGeom>
              <a:avLst/>
              <a:gdLst/>
              <a:ahLst/>
              <a:cxnLst/>
              <a:rect r="r" b="b" t="t" l="l"/>
              <a:pathLst>
                <a:path h="7709113" w="6533961">
                  <a:moveTo>
                    <a:pt x="6533961" y="7683714"/>
                  </a:moveTo>
                  <a:lnTo>
                    <a:pt x="0" y="7709114"/>
                  </a:lnTo>
                  <a:lnTo>
                    <a:pt x="0" y="0"/>
                  </a:lnTo>
                  <a:lnTo>
                    <a:pt x="6533961" y="0"/>
                  </a:lnTo>
                  <a:lnTo>
                    <a:pt x="6533961" y="7683714"/>
                  </a:lnTo>
                  <a:close/>
                </a:path>
              </a:pathLst>
            </a:custGeom>
            <a:blipFill>
              <a:blip r:embed="rId3"/>
              <a:stretch>
                <a:fillRect l="0" t="-300" r="0" b="-300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351746">
            <a:off x="7554394" y="3487439"/>
            <a:ext cx="3179213" cy="4804493"/>
            <a:chOff x="0" y="0"/>
            <a:chExt cx="6790944" cy="102626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90944" cy="10262616"/>
            </a:xfrm>
            <a:custGeom>
              <a:avLst/>
              <a:gdLst/>
              <a:ahLst/>
              <a:cxnLst/>
              <a:rect r="r" b="b" t="t" l="l"/>
              <a:pathLst>
                <a:path h="10262616" w="6790944">
                  <a:moveTo>
                    <a:pt x="6790944" y="10262616"/>
                  </a:moveTo>
                  <a:lnTo>
                    <a:pt x="0" y="10262616"/>
                  </a:lnTo>
                  <a:lnTo>
                    <a:pt x="0" y="0"/>
                  </a:lnTo>
                  <a:lnTo>
                    <a:pt x="6790944" y="0"/>
                  </a:lnTo>
                  <a:lnTo>
                    <a:pt x="6790944" y="10262616"/>
                  </a:lnTo>
                  <a:close/>
                </a:path>
              </a:pathLst>
            </a:custGeom>
            <a:blipFill>
              <a:blip r:embed="rId2"/>
              <a:stretch>
                <a:fillRect l="-311" t="0" r="-311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99943" y="923837"/>
              <a:ext cx="6533961" cy="7709113"/>
            </a:xfrm>
            <a:custGeom>
              <a:avLst/>
              <a:gdLst/>
              <a:ahLst/>
              <a:cxnLst/>
              <a:rect r="r" b="b" t="t" l="l"/>
              <a:pathLst>
                <a:path h="7709113" w="6533961">
                  <a:moveTo>
                    <a:pt x="6533961" y="7683714"/>
                  </a:moveTo>
                  <a:lnTo>
                    <a:pt x="0" y="7709114"/>
                  </a:lnTo>
                  <a:lnTo>
                    <a:pt x="0" y="0"/>
                  </a:lnTo>
                  <a:lnTo>
                    <a:pt x="6533961" y="0"/>
                  </a:lnTo>
                  <a:lnTo>
                    <a:pt x="6533961" y="7683714"/>
                  </a:lnTo>
                  <a:close/>
                </a:path>
              </a:pathLst>
            </a:custGeom>
            <a:blipFill>
              <a:blip r:embed="rId4"/>
              <a:stretch>
                <a:fillRect l="0" t="-300" r="0" b="-30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-314331">
            <a:off x="12337968" y="3412910"/>
            <a:ext cx="3179213" cy="4804493"/>
            <a:chOff x="0" y="0"/>
            <a:chExt cx="6790944" cy="10262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90944" cy="10262616"/>
            </a:xfrm>
            <a:custGeom>
              <a:avLst/>
              <a:gdLst/>
              <a:ahLst/>
              <a:cxnLst/>
              <a:rect r="r" b="b" t="t" l="l"/>
              <a:pathLst>
                <a:path h="10262616" w="6790944">
                  <a:moveTo>
                    <a:pt x="6790944" y="10262616"/>
                  </a:moveTo>
                  <a:lnTo>
                    <a:pt x="0" y="10262616"/>
                  </a:lnTo>
                  <a:lnTo>
                    <a:pt x="0" y="0"/>
                  </a:lnTo>
                  <a:lnTo>
                    <a:pt x="6790944" y="0"/>
                  </a:lnTo>
                  <a:lnTo>
                    <a:pt x="6790944" y="10262616"/>
                  </a:lnTo>
                  <a:close/>
                </a:path>
              </a:pathLst>
            </a:custGeom>
            <a:blipFill>
              <a:blip r:embed="rId2"/>
              <a:stretch>
                <a:fillRect l="-311" t="0" r="-311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9943" y="923837"/>
              <a:ext cx="6533961" cy="7709113"/>
            </a:xfrm>
            <a:custGeom>
              <a:avLst/>
              <a:gdLst/>
              <a:ahLst/>
              <a:cxnLst/>
              <a:rect r="r" b="b" t="t" l="l"/>
              <a:pathLst>
                <a:path h="7709113" w="6533961">
                  <a:moveTo>
                    <a:pt x="6533961" y="7683714"/>
                  </a:moveTo>
                  <a:lnTo>
                    <a:pt x="0" y="7709114"/>
                  </a:lnTo>
                  <a:lnTo>
                    <a:pt x="0" y="0"/>
                  </a:lnTo>
                  <a:lnTo>
                    <a:pt x="6533961" y="0"/>
                  </a:lnTo>
                  <a:lnTo>
                    <a:pt x="6533961" y="7683714"/>
                  </a:lnTo>
                  <a:close/>
                </a:path>
              </a:pathLst>
            </a:custGeom>
            <a:blipFill>
              <a:blip r:embed="rId5"/>
              <a:stretch>
                <a:fillRect l="0" t="-300" r="0" b="-30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531638" y="1200150"/>
            <a:ext cx="11224725" cy="1078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95"/>
              </a:lnSpc>
              <a:spcBef>
                <a:spcPct val="0"/>
              </a:spcBef>
            </a:pPr>
            <a:r>
              <a:rPr lang="en-US" sz="8260" strike="noStrike" u="none">
                <a:solidFill>
                  <a:srgbClr val="000000"/>
                </a:solidFill>
                <a:latin typeface="Berton"/>
                <a:ea typeface="Berton"/>
                <a:cs typeface="Berton"/>
                <a:sym typeface="Berton"/>
              </a:rPr>
              <a:t>WHAT JESUS DOES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82030" y="8438237"/>
            <a:ext cx="2952811" cy="538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3"/>
              </a:lnSpc>
            </a:pPr>
            <a:r>
              <a:rPr lang="en-US" sz="4117" spc="-333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Jesus Guides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76436" y="8438237"/>
            <a:ext cx="3564431" cy="538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3"/>
              </a:lnSpc>
              <a:spcBef>
                <a:spcPct val="0"/>
              </a:spcBef>
            </a:pPr>
            <a:r>
              <a:rPr lang="en-US" sz="4117" spc="-333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Jesus Protects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61309" y="8438237"/>
            <a:ext cx="3564431" cy="538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3"/>
              </a:lnSpc>
              <a:spcBef>
                <a:spcPct val="0"/>
              </a:spcBef>
            </a:pPr>
            <a:r>
              <a:rPr lang="en-US" sz="4117" spc="-333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He Knows Your Name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974318" y="4513437"/>
            <a:ext cx="6725342" cy="2032904"/>
          </a:xfrm>
          <a:custGeom>
            <a:avLst/>
            <a:gdLst/>
            <a:ahLst/>
            <a:cxnLst/>
            <a:rect r="r" b="b" t="t" l="l"/>
            <a:pathLst>
              <a:path h="2032904" w="6725342">
                <a:moveTo>
                  <a:pt x="0" y="0"/>
                </a:moveTo>
                <a:lnTo>
                  <a:pt x="6725342" y="0"/>
                </a:lnTo>
                <a:lnTo>
                  <a:pt x="6725342" y="2032904"/>
                </a:lnTo>
                <a:lnTo>
                  <a:pt x="0" y="2032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89867" y="1275312"/>
            <a:ext cx="1418737" cy="1601275"/>
            <a:chOff x="0" y="0"/>
            <a:chExt cx="1891650" cy="213503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243383"/>
              <a:ext cx="1891650" cy="189165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EDD1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92109" y="200025"/>
              <a:ext cx="1107432" cy="1785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608"/>
                </a:lnSpc>
              </a:pPr>
              <a:r>
                <a:rPr lang="en-US" sz="9782" spc="-792">
                  <a:solidFill>
                    <a:srgbClr val="000000"/>
                  </a:solidFill>
                  <a:latin typeface="Childos Arabic"/>
                  <a:ea typeface="Childos Arabic"/>
                  <a:cs typeface="Childos Arabic"/>
                  <a:sym typeface="Childos Arabic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89867" y="4421410"/>
            <a:ext cx="1418737" cy="1585219"/>
            <a:chOff x="0" y="0"/>
            <a:chExt cx="1891650" cy="211362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221976"/>
              <a:ext cx="1891650" cy="189165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EDD1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92109" y="200025"/>
              <a:ext cx="1107432" cy="1785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608"/>
                </a:lnSpc>
              </a:pPr>
              <a:r>
                <a:rPr lang="en-US" sz="9782" spc="-792">
                  <a:solidFill>
                    <a:srgbClr val="000000"/>
                  </a:solidFill>
                  <a:latin typeface="Childos Arabic"/>
                  <a:ea typeface="Childos Arabic"/>
                  <a:cs typeface="Childos Arabic"/>
                  <a:sym typeface="Childos Arabic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89867" y="7673081"/>
            <a:ext cx="1418737" cy="1585219"/>
            <a:chOff x="0" y="0"/>
            <a:chExt cx="1891650" cy="211362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221976"/>
              <a:ext cx="1891650" cy="189165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EDD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92109" y="200025"/>
              <a:ext cx="1107432" cy="1785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608"/>
                </a:lnSpc>
              </a:pPr>
              <a:r>
                <a:rPr lang="en-US" sz="9782" spc="-792">
                  <a:solidFill>
                    <a:srgbClr val="000000"/>
                  </a:solidFill>
                  <a:latin typeface="Childos Arabic"/>
                  <a:ea typeface="Childos Arabic"/>
                  <a:cs typeface="Childos Arabic"/>
                  <a:sym typeface="Childos Arabic"/>
                </a:rPr>
                <a:t>3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480092" y="932804"/>
            <a:ext cx="3327427" cy="3136099"/>
          </a:xfrm>
          <a:custGeom>
            <a:avLst/>
            <a:gdLst/>
            <a:ahLst/>
            <a:cxnLst/>
            <a:rect r="r" b="b" t="t" l="l"/>
            <a:pathLst>
              <a:path h="3136099" w="3327427">
                <a:moveTo>
                  <a:pt x="0" y="0"/>
                </a:moveTo>
                <a:lnTo>
                  <a:pt x="3327426" y="0"/>
                </a:lnTo>
                <a:lnTo>
                  <a:pt x="3327426" y="3136099"/>
                </a:lnTo>
                <a:lnTo>
                  <a:pt x="0" y="3136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73837" y="6483633"/>
            <a:ext cx="3542907" cy="3494192"/>
          </a:xfrm>
          <a:custGeom>
            <a:avLst/>
            <a:gdLst/>
            <a:ahLst/>
            <a:cxnLst/>
            <a:rect r="r" b="b" t="t" l="l"/>
            <a:pathLst>
              <a:path h="3494192" w="3542907">
                <a:moveTo>
                  <a:pt x="0" y="0"/>
                </a:moveTo>
                <a:lnTo>
                  <a:pt x="3542907" y="0"/>
                </a:lnTo>
                <a:lnTo>
                  <a:pt x="3542907" y="3494192"/>
                </a:lnTo>
                <a:lnTo>
                  <a:pt x="0" y="3494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4480" y="-176794"/>
            <a:ext cx="3356442" cy="3902840"/>
          </a:xfrm>
          <a:custGeom>
            <a:avLst/>
            <a:gdLst/>
            <a:ahLst/>
            <a:cxnLst/>
            <a:rect r="r" b="b" t="t" l="l"/>
            <a:pathLst>
              <a:path h="3902840" w="3356442">
                <a:moveTo>
                  <a:pt x="0" y="0"/>
                </a:moveTo>
                <a:lnTo>
                  <a:pt x="3356442" y="0"/>
                </a:lnTo>
                <a:lnTo>
                  <a:pt x="3356442" y="3902839"/>
                </a:lnTo>
                <a:lnTo>
                  <a:pt x="0" y="39028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14875" y="5145517"/>
            <a:ext cx="6505662" cy="91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65"/>
              </a:lnSpc>
              <a:spcBef>
                <a:spcPct val="0"/>
              </a:spcBef>
            </a:pPr>
            <a:r>
              <a:rPr lang="en-US" sz="7006">
                <a:solidFill>
                  <a:srgbClr val="000000"/>
                </a:solidFill>
                <a:latin typeface="Berton"/>
                <a:ea typeface="Berton"/>
                <a:cs typeface="Berton"/>
                <a:sym typeface="Berton"/>
              </a:rPr>
              <a:t>FOLLOW HIM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46729" y="1199112"/>
            <a:ext cx="6012571" cy="149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0"/>
              </a:lnSpc>
              <a:spcBef>
                <a:spcPct val="0"/>
              </a:spcBef>
            </a:pPr>
            <a:r>
              <a:rPr lang="en-US" sz="2793" strike="noStrike" u="none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Listen to Jesus's voice in the Bible. Read His words every day and let them guide your heart and mind.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46729" y="4265531"/>
            <a:ext cx="6012571" cy="149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0"/>
              </a:lnSpc>
              <a:spcBef>
                <a:spcPct val="0"/>
              </a:spcBef>
            </a:pPr>
            <a:r>
              <a:rPr lang="en-US" sz="2793" strike="noStrike" u="none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Follow His teachings. Be kind, honest, and loving — just like Jesus showed us how to live.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46729" y="7331951"/>
            <a:ext cx="6012571" cy="149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0"/>
              </a:lnSpc>
              <a:spcBef>
                <a:spcPct val="0"/>
              </a:spcBef>
            </a:pPr>
            <a:r>
              <a:rPr lang="en-US" sz="2793" strike="noStrike" u="none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Trust Him to keep you safe. Jesus, our Good Shepherd, watches over you always. You are never alone!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63541">
            <a:off x="1415517" y="2509439"/>
            <a:ext cx="6536633" cy="5270160"/>
          </a:xfrm>
          <a:custGeom>
            <a:avLst/>
            <a:gdLst/>
            <a:ahLst/>
            <a:cxnLst/>
            <a:rect r="r" b="b" t="t" l="l"/>
            <a:pathLst>
              <a:path h="5270160" w="6536633">
                <a:moveTo>
                  <a:pt x="0" y="0"/>
                </a:moveTo>
                <a:lnTo>
                  <a:pt x="6536632" y="0"/>
                </a:lnTo>
                <a:lnTo>
                  <a:pt x="6536632" y="5270160"/>
                </a:lnTo>
                <a:lnTo>
                  <a:pt x="0" y="5270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34309" y="310361"/>
            <a:ext cx="3179633" cy="3134964"/>
          </a:xfrm>
          <a:custGeom>
            <a:avLst/>
            <a:gdLst/>
            <a:ahLst/>
            <a:cxnLst/>
            <a:rect r="r" b="b" t="t" l="l"/>
            <a:pathLst>
              <a:path h="3134964" w="3179633">
                <a:moveTo>
                  <a:pt x="0" y="0"/>
                </a:moveTo>
                <a:lnTo>
                  <a:pt x="3179633" y="0"/>
                </a:lnTo>
                <a:lnTo>
                  <a:pt x="3179633" y="3134964"/>
                </a:lnTo>
                <a:lnTo>
                  <a:pt x="0" y="31349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01827" y="4146988"/>
            <a:ext cx="5117472" cy="4935744"/>
          </a:xfrm>
          <a:custGeom>
            <a:avLst/>
            <a:gdLst/>
            <a:ahLst/>
            <a:cxnLst/>
            <a:rect r="r" b="b" t="t" l="l"/>
            <a:pathLst>
              <a:path h="4935744" w="5117472">
                <a:moveTo>
                  <a:pt x="0" y="0"/>
                </a:moveTo>
                <a:lnTo>
                  <a:pt x="5117473" y="0"/>
                </a:lnTo>
                <a:lnTo>
                  <a:pt x="5117473" y="4935744"/>
                </a:lnTo>
                <a:lnTo>
                  <a:pt x="0" y="49357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93626" y="6783332"/>
            <a:ext cx="4590924" cy="3483363"/>
          </a:xfrm>
          <a:custGeom>
            <a:avLst/>
            <a:gdLst/>
            <a:ahLst/>
            <a:cxnLst/>
            <a:rect r="r" b="b" t="t" l="l"/>
            <a:pathLst>
              <a:path h="3483363" w="4590924">
                <a:moveTo>
                  <a:pt x="0" y="0"/>
                </a:moveTo>
                <a:lnTo>
                  <a:pt x="4590923" y="0"/>
                </a:lnTo>
                <a:lnTo>
                  <a:pt x="4590923" y="3483363"/>
                </a:lnTo>
                <a:lnTo>
                  <a:pt x="0" y="34833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47049" y="2942933"/>
            <a:ext cx="8269635" cy="489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306"/>
              </a:lnSpc>
            </a:pPr>
            <a:r>
              <a:rPr lang="en-US" sz="3076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Jesus said: "I know my sheep and my sheep know me." (John 10:14)</a:t>
            </a:r>
          </a:p>
          <a:p>
            <a:pPr algn="r" marL="0" indent="0" lvl="0">
              <a:lnSpc>
                <a:spcPts val="4306"/>
              </a:lnSpc>
            </a:pPr>
            <a:r>
              <a:rPr lang="en-US" sz="3076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Just like a shepherd knows every lamb by name, Jesus knows everything about YOU — your heart, your worries, and your joys!</a:t>
            </a:r>
          </a:p>
          <a:p>
            <a:pPr algn="r" marL="0" indent="0" lvl="0">
              <a:lnSpc>
                <a:spcPts val="4306"/>
              </a:lnSpc>
            </a:pPr>
            <a:r>
              <a:rPr lang="en-US" sz="3076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How can you listen to Jesus today?</a:t>
            </a:r>
          </a:p>
          <a:p>
            <a:pPr algn="r" marL="0" indent="0" lvl="0">
              <a:lnSpc>
                <a:spcPts val="4306"/>
              </a:lnSpc>
            </a:pPr>
            <a:r>
              <a:rPr lang="en-US" sz="3076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• Be quiet and pray</a:t>
            </a:r>
          </a:p>
          <a:p>
            <a:pPr algn="r" marL="0" indent="0" lvl="0">
              <a:lnSpc>
                <a:spcPts val="4306"/>
              </a:lnSpc>
            </a:pPr>
            <a:r>
              <a:rPr lang="en-US" sz="3076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• Read Bible stories</a:t>
            </a:r>
          </a:p>
          <a:p>
            <a:pPr algn="r" marL="0" indent="0" lvl="0">
              <a:lnSpc>
                <a:spcPts val="4306"/>
              </a:lnSpc>
            </a:pPr>
            <a:r>
              <a:rPr lang="en-US" sz="3076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• Be kind to others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85362" y="1322796"/>
            <a:ext cx="9231322" cy="887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738"/>
              </a:lnSpc>
              <a:spcBef>
                <a:spcPct val="0"/>
              </a:spcBef>
            </a:pPr>
            <a:r>
              <a:rPr lang="en-US" sz="6876" strike="noStrike" u="none">
                <a:solidFill>
                  <a:srgbClr val="000000"/>
                </a:solidFill>
                <a:latin typeface="Berton"/>
                <a:ea typeface="Berton"/>
                <a:cs typeface="Berton"/>
                <a:sym typeface="Berton"/>
              </a:rPr>
              <a:t>JESUS KNOWS YOU!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471805">
            <a:off x="5106156" y="3482795"/>
            <a:ext cx="1575279" cy="2349481"/>
          </a:xfrm>
          <a:custGeom>
            <a:avLst/>
            <a:gdLst/>
            <a:ahLst/>
            <a:cxnLst/>
            <a:rect r="r" b="b" t="t" l="l"/>
            <a:pathLst>
              <a:path h="2349481" w="1575279">
                <a:moveTo>
                  <a:pt x="0" y="0"/>
                </a:moveTo>
                <a:lnTo>
                  <a:pt x="1575278" y="0"/>
                </a:lnTo>
                <a:lnTo>
                  <a:pt x="1575278" y="2349481"/>
                </a:lnTo>
                <a:lnTo>
                  <a:pt x="0" y="2349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4747" t="0" r="-218759" b="-7513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554004" y="4119962"/>
            <a:ext cx="2080084" cy="1023538"/>
          </a:xfrm>
          <a:custGeom>
            <a:avLst/>
            <a:gdLst/>
            <a:ahLst/>
            <a:cxnLst/>
            <a:rect r="r" b="b" t="t" l="l"/>
            <a:pathLst>
              <a:path h="1023538" w="2080084">
                <a:moveTo>
                  <a:pt x="0" y="0"/>
                </a:moveTo>
                <a:lnTo>
                  <a:pt x="2080084" y="0"/>
                </a:lnTo>
                <a:lnTo>
                  <a:pt x="2080084" y="1023538"/>
                </a:lnTo>
                <a:lnTo>
                  <a:pt x="0" y="102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64621" r="-29693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95552">
            <a:off x="1056791" y="-207212"/>
            <a:ext cx="2899032" cy="3337016"/>
          </a:xfrm>
          <a:custGeom>
            <a:avLst/>
            <a:gdLst/>
            <a:ahLst/>
            <a:cxnLst/>
            <a:rect r="r" b="b" t="t" l="l"/>
            <a:pathLst>
              <a:path h="3337016" w="2899032">
                <a:moveTo>
                  <a:pt x="0" y="0"/>
                </a:moveTo>
                <a:lnTo>
                  <a:pt x="2899033" y="0"/>
                </a:lnTo>
                <a:lnTo>
                  <a:pt x="2899033" y="3337016"/>
                </a:lnTo>
                <a:lnTo>
                  <a:pt x="0" y="3337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14217" y="1332279"/>
            <a:ext cx="2995209" cy="3555144"/>
          </a:xfrm>
          <a:custGeom>
            <a:avLst/>
            <a:gdLst/>
            <a:ahLst/>
            <a:cxnLst/>
            <a:rect r="r" b="b" t="t" l="l"/>
            <a:pathLst>
              <a:path h="3555144" w="2995209">
                <a:moveTo>
                  <a:pt x="0" y="0"/>
                </a:moveTo>
                <a:lnTo>
                  <a:pt x="2995209" y="0"/>
                </a:lnTo>
                <a:lnTo>
                  <a:pt x="2995209" y="3555145"/>
                </a:lnTo>
                <a:lnTo>
                  <a:pt x="0" y="35551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022532" y="3467404"/>
            <a:ext cx="1418737" cy="1751371"/>
            <a:chOff x="0" y="0"/>
            <a:chExt cx="1891650" cy="233516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221976"/>
              <a:ext cx="1891650" cy="1891650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EDD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92109" y="247650"/>
              <a:ext cx="1107432" cy="2087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149"/>
                </a:lnSpc>
              </a:pPr>
              <a:r>
                <a:rPr lang="en-US" sz="11534" spc="-934">
                  <a:solidFill>
                    <a:srgbClr val="000000"/>
                  </a:solidFill>
                  <a:latin typeface="Childos Arabic"/>
                  <a:ea typeface="Childos Arabic"/>
                  <a:cs typeface="Childos Arabic"/>
                  <a:sym typeface="Childos Arabic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64353" y="3467404"/>
            <a:ext cx="1418737" cy="1751371"/>
            <a:chOff x="0" y="0"/>
            <a:chExt cx="1891650" cy="233516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221976"/>
              <a:ext cx="1891650" cy="189165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EDD1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92109" y="247650"/>
              <a:ext cx="1107432" cy="2087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149"/>
                </a:lnSpc>
              </a:pPr>
              <a:r>
                <a:rPr lang="en-US" sz="11534" spc="-934">
                  <a:solidFill>
                    <a:srgbClr val="000000"/>
                  </a:solidFill>
                  <a:latin typeface="Childos Arabic"/>
                  <a:ea typeface="Childos Arabic"/>
                  <a:cs typeface="Childos Arabic"/>
                  <a:sym typeface="Childos Arabic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505002" y="3391799"/>
            <a:ext cx="1418737" cy="1751371"/>
            <a:chOff x="0" y="0"/>
            <a:chExt cx="1891650" cy="233516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221976"/>
              <a:ext cx="1891650" cy="1891650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EDD1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92109" y="247650"/>
              <a:ext cx="1107432" cy="2087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149"/>
                </a:lnSpc>
              </a:pPr>
              <a:r>
                <a:rPr lang="en-US" sz="11534" spc="-934">
                  <a:solidFill>
                    <a:srgbClr val="000000"/>
                  </a:solidFill>
                  <a:latin typeface="Childos Arabic"/>
                  <a:ea typeface="Childos Arabic"/>
                  <a:cs typeface="Childos Arabic"/>
                  <a:sym typeface="Childos Arabic"/>
                </a:rPr>
                <a:t>3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815096" y="1398723"/>
            <a:ext cx="14657807" cy="1078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95"/>
              </a:lnSpc>
              <a:spcBef>
                <a:spcPct val="0"/>
              </a:spcBef>
            </a:pPr>
            <a:r>
              <a:rPr lang="en-US" sz="8260" strike="noStrike" u="none">
                <a:solidFill>
                  <a:srgbClr val="000000"/>
                </a:solidFill>
                <a:latin typeface="Berton"/>
                <a:ea typeface="Berton"/>
                <a:cs typeface="Berton"/>
                <a:sym typeface="Berton"/>
              </a:rPr>
              <a:t>MAKE A PAPER SHEEP!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49270" y="5691353"/>
            <a:ext cx="3965262" cy="1986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0"/>
              </a:lnSpc>
              <a:spcBef>
                <a:spcPct val="0"/>
              </a:spcBef>
            </a:pPr>
            <a:r>
              <a:rPr lang="en-US" sz="2793" strike="noStrike" u="none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Cut out a sheep shape from white paper. Use scissors carefully and follow the outline!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91090" y="5691353"/>
            <a:ext cx="3965262" cy="149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0"/>
              </a:lnSpc>
              <a:spcBef>
                <a:spcPct val="0"/>
              </a:spcBef>
            </a:pPr>
            <a:r>
              <a:rPr lang="en-US" sz="2793" strike="noStrike" u="none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Glue cotton balls onto your sheep for fluffy wool. Make it as woolly as you like!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32911" y="5691353"/>
            <a:ext cx="3965262" cy="1986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0"/>
              </a:lnSpc>
              <a:spcBef>
                <a:spcPct val="0"/>
              </a:spcBef>
            </a:pPr>
            <a:r>
              <a:rPr lang="en-US" sz="2793" strike="noStrike" u="none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Write one way you will follow Jesus this week on your sheep. Keep it somewhere special!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441113">
            <a:off x="1060355" y="1254426"/>
            <a:ext cx="6603101" cy="5246370"/>
            <a:chOff x="0" y="0"/>
            <a:chExt cx="3901440" cy="3099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2"/>
              <a:stretch>
                <a:fillRect l="-168" t="0" r="-168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919549">
            <a:off x="1920489" y="6311914"/>
            <a:ext cx="5069329" cy="4885760"/>
          </a:xfrm>
          <a:custGeom>
            <a:avLst/>
            <a:gdLst/>
            <a:ahLst/>
            <a:cxnLst/>
            <a:rect r="r" b="b" t="t" l="l"/>
            <a:pathLst>
              <a:path h="4885760" w="5069329">
                <a:moveTo>
                  <a:pt x="0" y="0"/>
                </a:moveTo>
                <a:lnTo>
                  <a:pt x="5069329" y="0"/>
                </a:lnTo>
                <a:lnTo>
                  <a:pt x="5069329" y="4885760"/>
                </a:lnTo>
                <a:lnTo>
                  <a:pt x="0" y="4885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78403" y="1251853"/>
            <a:ext cx="7680897" cy="109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101"/>
              </a:lnSpc>
              <a:spcBef>
                <a:spcPct val="0"/>
              </a:spcBef>
            </a:pPr>
            <a:r>
              <a:rPr lang="en-US" sz="8266">
                <a:solidFill>
                  <a:srgbClr val="000000"/>
                </a:solidFill>
                <a:latin typeface="Berton"/>
                <a:ea typeface="Berton"/>
                <a:cs typeface="Berton"/>
                <a:sym typeface="Berton"/>
              </a:rPr>
              <a:t>OUR PRAYER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56298" y="3343949"/>
            <a:ext cx="1240579" cy="1508967"/>
            <a:chOff x="0" y="0"/>
            <a:chExt cx="1654105" cy="201195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129742"/>
              <a:ext cx="1654105" cy="1654105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EDD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73336" y="209550"/>
              <a:ext cx="1107432" cy="1802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49"/>
                </a:lnSpc>
              </a:pPr>
              <a:r>
                <a:rPr lang="en-US" sz="9942" spc="-805">
                  <a:solidFill>
                    <a:srgbClr val="000000"/>
                  </a:solidFill>
                  <a:latin typeface="Childos Arabic"/>
                  <a:ea typeface="Childos Arabic"/>
                  <a:cs typeface="Childos Arabic"/>
                  <a:sym typeface="Childos Arabic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56298" y="5510142"/>
            <a:ext cx="1240579" cy="1508967"/>
            <a:chOff x="0" y="0"/>
            <a:chExt cx="1654105" cy="201195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201315"/>
              <a:ext cx="1654105" cy="1654105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EDD1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73336" y="209550"/>
              <a:ext cx="1107432" cy="1802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49"/>
                </a:lnSpc>
                <a:spcBef>
                  <a:spcPct val="0"/>
                </a:spcBef>
              </a:pPr>
              <a:r>
                <a:rPr lang="en-US" sz="9942" spc="-805" strike="noStrike" u="none">
                  <a:solidFill>
                    <a:srgbClr val="000000"/>
                  </a:solidFill>
                  <a:latin typeface="Childos Arabic"/>
                  <a:ea typeface="Childos Arabic"/>
                  <a:cs typeface="Childos Arabic"/>
                  <a:sym typeface="Childos Arabic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56298" y="7676334"/>
            <a:ext cx="1240579" cy="1508967"/>
            <a:chOff x="0" y="0"/>
            <a:chExt cx="1654105" cy="201195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183821"/>
              <a:ext cx="1654105" cy="1654105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EDD1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77721" y="209550"/>
              <a:ext cx="1107432" cy="1802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749"/>
                </a:lnSpc>
                <a:spcBef>
                  <a:spcPct val="0"/>
                </a:spcBef>
              </a:pPr>
              <a:r>
                <a:rPr lang="en-US" sz="9942" spc="-805">
                  <a:solidFill>
                    <a:srgbClr val="000000"/>
                  </a:solidFill>
                  <a:latin typeface="Childos Arabic"/>
                  <a:ea typeface="Childos Arabic"/>
                  <a:cs typeface="Childos Arabic"/>
                  <a:sym typeface="Childos Arabic"/>
                </a:rPr>
                <a:t>3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173691" y="3034851"/>
            <a:ext cx="7085609" cy="149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0"/>
              </a:lnSpc>
              <a:spcBef>
                <a:spcPct val="0"/>
              </a:spcBef>
            </a:pPr>
            <a:r>
              <a:rPr lang="en-US" sz="2793" strike="noStrike" u="none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Close your eyes, fold your hands, and pray together: "Jesus, guide me and keep me safe. Amen."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73691" y="5249688"/>
            <a:ext cx="7085609" cy="99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0"/>
              </a:lnSpc>
              <a:spcBef>
                <a:spcPct val="0"/>
              </a:spcBef>
            </a:pPr>
            <a:r>
              <a:rPr lang="en-US" sz="2793" strike="noStrike" u="none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Remember: Jesus loves you, knows your name, and is always walking beside you every day.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73691" y="7464526"/>
            <a:ext cx="7085609" cy="99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0"/>
              </a:lnSpc>
              <a:spcBef>
                <a:spcPct val="0"/>
              </a:spcBef>
            </a:pPr>
            <a:r>
              <a:rPr lang="en-US" sz="2793" strike="noStrike" u="none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This week, listen for Jesus' voice in your heart. He is your Good Shepherd!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102155">
            <a:off x="7956459" y="-1256389"/>
            <a:ext cx="5752043" cy="4570178"/>
            <a:chOff x="0" y="0"/>
            <a:chExt cx="3901440" cy="3099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2"/>
              <a:stretch>
                <a:fillRect l="-168" t="0" r="-168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977557" y="4198952"/>
            <a:ext cx="12332885" cy="111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3"/>
              </a:lnSpc>
              <a:spcBef>
                <a:spcPct val="0"/>
              </a:spcBef>
            </a:pPr>
            <a:r>
              <a:rPr lang="en-US" sz="4412" strike="noStrike" u="none">
                <a:solidFill>
                  <a:srgbClr val="000000"/>
                </a:solidFill>
                <a:latin typeface="Berton"/>
                <a:ea typeface="Berton"/>
                <a:cs typeface="Berton"/>
                <a:sym typeface="Berton"/>
              </a:rPr>
              <a:t>THANK YOU, GOOD SHEPHERD!</a:t>
            </a:r>
          </a:p>
          <a:p>
            <a:pPr algn="ctr" marL="0" indent="0" lvl="0">
              <a:lnSpc>
                <a:spcPts val="4323"/>
              </a:lnSpc>
              <a:spcBef>
                <a:spcPct val="0"/>
              </a:spcBef>
            </a:pPr>
            <a:r>
              <a:rPr lang="en-US" sz="4412" strike="noStrike" u="none">
                <a:solidFill>
                  <a:srgbClr val="000000"/>
                </a:solidFill>
                <a:latin typeface="Berton"/>
                <a:ea typeface="Berton"/>
                <a:cs typeface="Berton"/>
                <a:sym typeface="Berton"/>
              </a:rPr>
              <a:t>GO AND FOLLOW JESUS THIS WEEK!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-877756">
            <a:off x="613394" y="5771983"/>
            <a:ext cx="5542054" cy="4403335"/>
            <a:chOff x="0" y="0"/>
            <a:chExt cx="3901440" cy="30998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4"/>
              <a:stretch>
                <a:fillRect l="-168" t="0" r="-168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607763">
            <a:off x="6521254" y="6635115"/>
            <a:ext cx="6603101" cy="5246370"/>
            <a:chOff x="0" y="0"/>
            <a:chExt cx="3901440" cy="30998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5"/>
              <a:stretch>
                <a:fillRect l="-168" t="0" r="-168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-872632">
            <a:off x="12097513" y="6317586"/>
            <a:ext cx="5837699" cy="4638234"/>
            <a:chOff x="0" y="0"/>
            <a:chExt cx="3901440" cy="30998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6"/>
              <a:stretch>
                <a:fillRect l="-168" t="0" r="-168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607763">
            <a:off x="1656748" y="-551677"/>
            <a:ext cx="4674745" cy="3714231"/>
            <a:chOff x="0" y="0"/>
            <a:chExt cx="3901440" cy="30998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7"/>
              <a:stretch>
                <a:fillRect l="-168" t="0" r="-168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1321593">
            <a:off x="13781454" y="-338502"/>
            <a:ext cx="5752043" cy="4570178"/>
            <a:chOff x="0" y="0"/>
            <a:chExt cx="3901440" cy="30998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8"/>
              <a:stretch>
                <a:fillRect l="-168" t="0" r="-168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DAHT0WYav-0</dc:identifier>
  <dcterms:modified xsi:type="dcterms:W3CDTF">2011-08-01T06:04:30Z</dcterms:modified>
  <cp:revision>1</cp:revision>
</cp:coreProperties>
</file>