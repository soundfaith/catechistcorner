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Open Sauce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18.png" Type="http://schemas.openxmlformats.org/officeDocument/2006/relationships/image"/><Relationship Id="rId14" Target="../media/image28.png" Type="http://schemas.openxmlformats.org/officeDocument/2006/relationships/image"/><Relationship Id="rId15" Target="../media/image19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19" Target="../media/image17.png" Type="http://schemas.openxmlformats.org/officeDocument/2006/relationships/image"/><Relationship Id="rId2" Target="../media/image20.png" Type="http://schemas.openxmlformats.org/officeDocument/2006/relationships/image"/><Relationship Id="rId20" Target="../media/image11.png" Type="http://schemas.openxmlformats.org/officeDocument/2006/relationships/image"/><Relationship Id="rId21" Target="../media/image32.png" Type="http://schemas.openxmlformats.org/officeDocument/2006/relationships/image"/><Relationship Id="rId3" Target="../media/image10.png" Type="http://schemas.openxmlformats.org/officeDocument/2006/relationships/image"/><Relationship Id="rId4" Target="../media/image21.png" Type="http://schemas.openxmlformats.org/officeDocument/2006/relationships/image"/><Relationship Id="rId5" Target="../media/image8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16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10563" y="188181"/>
            <a:ext cx="10729665" cy="5177063"/>
          </a:xfrm>
          <a:custGeom>
            <a:avLst/>
            <a:gdLst/>
            <a:ahLst/>
            <a:cxnLst/>
            <a:rect r="r" b="b" t="t" l="l"/>
            <a:pathLst>
              <a:path h="5177063" w="10729665">
                <a:moveTo>
                  <a:pt x="0" y="0"/>
                </a:moveTo>
                <a:lnTo>
                  <a:pt x="10729665" y="0"/>
                </a:lnTo>
                <a:lnTo>
                  <a:pt x="10729665" y="5177063"/>
                </a:lnTo>
                <a:lnTo>
                  <a:pt x="0" y="5177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31586" y="4840432"/>
            <a:ext cx="5451324" cy="5158315"/>
          </a:xfrm>
          <a:custGeom>
            <a:avLst/>
            <a:gdLst/>
            <a:ahLst/>
            <a:cxnLst/>
            <a:rect r="r" b="b" t="t" l="l"/>
            <a:pathLst>
              <a:path h="5158315" w="5451324">
                <a:moveTo>
                  <a:pt x="0" y="0"/>
                </a:moveTo>
                <a:lnTo>
                  <a:pt x="5451324" y="0"/>
                </a:lnTo>
                <a:lnTo>
                  <a:pt x="5451324" y="5158315"/>
                </a:lnTo>
                <a:lnTo>
                  <a:pt x="0" y="5158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13604"/>
            <a:ext cx="11762313" cy="415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97"/>
              </a:lnSpc>
            </a:pPr>
            <a:r>
              <a:rPr lang="en-US" b="true" sz="1232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Holy Spirit</a:t>
            </a:r>
          </a:p>
          <a:p>
            <a:pPr algn="l" marL="0" indent="0" lvl="0">
              <a:lnSpc>
                <a:spcPts val="10597"/>
              </a:lnSpc>
            </a:pPr>
            <a:r>
              <a:rPr lang="en-US" b="true" sz="1232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Prepares Us to</a:t>
            </a:r>
          </a:p>
          <a:p>
            <a:pPr algn="l" marL="0" indent="0" lvl="0">
              <a:lnSpc>
                <a:spcPts val="10597"/>
              </a:lnSpc>
            </a:pPr>
            <a:r>
              <a:rPr lang="en-US" b="true" sz="1232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Receive Jesus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10667"/>
            <a:ext cx="10720144" cy="5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4"/>
              </a:lnSpc>
              <a:spcBef>
                <a:spcPct val="0"/>
              </a:spcBef>
            </a:pPr>
            <a:r>
              <a:rPr lang="en-US" sz="33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God's loving helper for our hearts — Grade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4660" y="0"/>
            <a:ext cx="5897369" cy="10287000"/>
            <a:chOff x="0" y="0"/>
            <a:chExt cx="786315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7" t="0" r="257" b="0"/>
            <a:stretch>
              <a:fillRect/>
            </a:stretch>
          </p:blipFill>
          <p:spPr>
            <a:xfrm flipH="false" flipV="false">
              <a:off x="0" y="0"/>
              <a:ext cx="7863159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344930" y="-230074"/>
            <a:ext cx="6970901" cy="10969398"/>
            <a:chOff x="0" y="0"/>
            <a:chExt cx="2630007" cy="4138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30007" cy="4138574"/>
            </a:xfrm>
            <a:custGeom>
              <a:avLst/>
              <a:gdLst/>
              <a:ahLst/>
              <a:cxnLst/>
              <a:rect r="r" b="b" t="t" l="l"/>
              <a:pathLst>
                <a:path h="4138574" w="2630007">
                  <a:moveTo>
                    <a:pt x="0" y="0"/>
                  </a:moveTo>
                  <a:lnTo>
                    <a:pt x="2630007" y="0"/>
                  </a:lnTo>
                  <a:lnTo>
                    <a:pt x="2630007" y="4138574"/>
                  </a:lnTo>
                  <a:lnTo>
                    <a:pt x="0" y="4138574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6275" y="4471319"/>
            <a:ext cx="6214325" cy="6105574"/>
          </a:xfrm>
          <a:custGeom>
            <a:avLst/>
            <a:gdLst/>
            <a:ahLst/>
            <a:cxnLst/>
            <a:rect r="r" b="b" t="t" l="l"/>
            <a:pathLst>
              <a:path h="6105574" w="6214325">
                <a:moveTo>
                  <a:pt x="0" y="0"/>
                </a:moveTo>
                <a:lnTo>
                  <a:pt x="6214325" y="0"/>
                </a:lnTo>
                <a:lnTo>
                  <a:pt x="6214325" y="6105574"/>
                </a:lnTo>
                <a:lnTo>
                  <a:pt x="0" y="6105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62958" y="724134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Are Not Alone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2958" y="423144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The Spirit Teaches 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2958" y="1381565"/>
            <a:ext cx="449634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Sends a Helper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2958" y="808247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is always with us through the Holy Spirit, guiding our hearts every day.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2958" y="507257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The Holy Spirit helps us learn what is good, kind, and true — just like Jesus!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2958" y="222269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promised to send the Holy Spirit to teach us and help us remember His love.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90625"/>
            <a:ext cx="8551873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9000" spc="179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John 14:26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4617" y="192177"/>
            <a:ext cx="4711730" cy="4807888"/>
          </a:xfrm>
          <a:custGeom>
            <a:avLst/>
            <a:gdLst/>
            <a:ahLst/>
            <a:cxnLst/>
            <a:rect r="r" b="b" t="t" l="l"/>
            <a:pathLst>
              <a:path h="4807888" w="4711730">
                <a:moveTo>
                  <a:pt x="0" y="0"/>
                </a:moveTo>
                <a:lnTo>
                  <a:pt x="4711730" y="0"/>
                </a:lnTo>
                <a:lnTo>
                  <a:pt x="4711730" y="4807888"/>
                </a:lnTo>
                <a:lnTo>
                  <a:pt x="0" y="4807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32460" y="5267724"/>
            <a:ext cx="4902307" cy="4926941"/>
          </a:xfrm>
          <a:custGeom>
            <a:avLst/>
            <a:gdLst/>
            <a:ahLst/>
            <a:cxnLst/>
            <a:rect r="r" b="b" t="t" l="l"/>
            <a:pathLst>
              <a:path h="4926941" w="4902307">
                <a:moveTo>
                  <a:pt x="0" y="0"/>
                </a:moveTo>
                <a:lnTo>
                  <a:pt x="4902307" y="0"/>
                </a:lnTo>
                <a:lnTo>
                  <a:pt x="4902307" y="4926941"/>
                </a:lnTo>
                <a:lnTo>
                  <a:pt x="0" y="4926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3487" y="5946531"/>
            <a:ext cx="5950492" cy="69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8"/>
              </a:lnSpc>
              <a:spcBef>
                <a:spcPct val="0"/>
              </a:spcBef>
            </a:pPr>
            <a:r>
              <a:rPr lang="en-US" sz="199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promised to send the Holy Spirit to be with us always and help us every day.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3487" y="5076825"/>
            <a:ext cx="59504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God's Special Helper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3487" y="7426781"/>
            <a:ext cx="581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 Prepares Our Hearts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3487" y="8296487"/>
            <a:ext cx="6013453" cy="69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8"/>
              </a:lnSpc>
              <a:spcBef>
                <a:spcPct val="0"/>
              </a:spcBef>
            </a:pPr>
            <a:r>
              <a:rPr lang="en-US" sz="199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The Holy Spirit helps us pray, remember Jesus' love, and get our hearts ready to welcome Jesus.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3487" y="1257300"/>
            <a:ext cx="10569686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Who Is the Holy Spirit?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5076">
            <a:off x="2264539" y="-927258"/>
            <a:ext cx="6331853" cy="3213416"/>
          </a:xfrm>
          <a:custGeom>
            <a:avLst/>
            <a:gdLst/>
            <a:ahLst/>
            <a:cxnLst/>
            <a:rect r="r" b="b" t="t" l="l"/>
            <a:pathLst>
              <a:path h="3213416" w="6331853">
                <a:moveTo>
                  <a:pt x="0" y="0"/>
                </a:moveTo>
                <a:lnTo>
                  <a:pt x="6331854" y="0"/>
                </a:lnTo>
                <a:lnTo>
                  <a:pt x="6331854" y="3213416"/>
                </a:lnTo>
                <a:lnTo>
                  <a:pt x="0" y="321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34139" y="-515370"/>
            <a:ext cx="3915928" cy="3891453"/>
          </a:xfrm>
          <a:custGeom>
            <a:avLst/>
            <a:gdLst/>
            <a:ahLst/>
            <a:cxnLst/>
            <a:rect r="r" b="b" t="t" l="l"/>
            <a:pathLst>
              <a:path h="3891453" w="3915928">
                <a:moveTo>
                  <a:pt x="0" y="0"/>
                </a:moveTo>
                <a:lnTo>
                  <a:pt x="3915927" y="0"/>
                </a:lnTo>
                <a:lnTo>
                  <a:pt x="3915927" y="3891453"/>
                </a:lnTo>
                <a:lnTo>
                  <a:pt x="0" y="3891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36293" y="3536336"/>
            <a:ext cx="2971940" cy="3629851"/>
          </a:xfrm>
          <a:custGeom>
            <a:avLst/>
            <a:gdLst/>
            <a:ahLst/>
            <a:cxnLst/>
            <a:rect r="r" b="b" t="t" l="l"/>
            <a:pathLst>
              <a:path h="3629851" w="2971940">
                <a:moveTo>
                  <a:pt x="0" y="0"/>
                </a:moveTo>
                <a:lnTo>
                  <a:pt x="2971941" y="0"/>
                </a:lnTo>
                <a:lnTo>
                  <a:pt x="2971941" y="3629851"/>
                </a:lnTo>
                <a:lnTo>
                  <a:pt x="0" y="3629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59171" y="7876752"/>
            <a:ext cx="5142245" cy="4666588"/>
          </a:xfrm>
          <a:custGeom>
            <a:avLst/>
            <a:gdLst/>
            <a:ahLst/>
            <a:cxnLst/>
            <a:rect r="r" b="b" t="t" l="l"/>
            <a:pathLst>
              <a:path h="4666588" w="5142245">
                <a:moveTo>
                  <a:pt x="0" y="0"/>
                </a:moveTo>
                <a:lnTo>
                  <a:pt x="5142245" y="0"/>
                </a:lnTo>
                <a:lnTo>
                  <a:pt x="5142245" y="4666587"/>
                </a:lnTo>
                <a:lnTo>
                  <a:pt x="0" y="466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9756">
            <a:off x="-1045942" y="2925625"/>
            <a:ext cx="3413677" cy="2568792"/>
          </a:xfrm>
          <a:custGeom>
            <a:avLst/>
            <a:gdLst/>
            <a:ahLst/>
            <a:cxnLst/>
            <a:rect r="r" b="b" t="t" l="l"/>
            <a:pathLst>
              <a:path h="2568792" w="3413677">
                <a:moveTo>
                  <a:pt x="0" y="0"/>
                </a:moveTo>
                <a:lnTo>
                  <a:pt x="3413677" y="0"/>
                </a:lnTo>
                <a:lnTo>
                  <a:pt x="3413677" y="2568792"/>
                </a:lnTo>
                <a:lnTo>
                  <a:pt x="0" y="2568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78330" y="8125253"/>
            <a:ext cx="3915928" cy="3778870"/>
          </a:xfrm>
          <a:custGeom>
            <a:avLst/>
            <a:gdLst/>
            <a:ahLst/>
            <a:cxnLst/>
            <a:rect r="r" b="b" t="t" l="l"/>
            <a:pathLst>
              <a:path h="3778870" w="3915928">
                <a:moveTo>
                  <a:pt x="0" y="0"/>
                </a:moveTo>
                <a:lnTo>
                  <a:pt x="3915927" y="0"/>
                </a:lnTo>
                <a:lnTo>
                  <a:pt x="3915927" y="3778870"/>
                </a:lnTo>
                <a:lnTo>
                  <a:pt x="0" y="3778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8578" y="6033558"/>
            <a:ext cx="41089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Peace ☁️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7153" y="7118562"/>
            <a:ext cx="4051842" cy="110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2"/>
              </a:lnSpc>
              <a:spcBef>
                <a:spcPct val="0"/>
              </a:spcBef>
            </a:pPr>
            <a:r>
              <a:rPr lang="en-US" sz="209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you feel worried, take a deep breath and pray. The Holy Spirit brings calm to your heart!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89504" y="6033558"/>
            <a:ext cx="41089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Kindness 💛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8079" y="7118562"/>
            <a:ext cx="4051842" cy="148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2"/>
              </a:lnSpc>
              <a:spcBef>
                <a:spcPct val="0"/>
              </a:spcBef>
            </a:pPr>
            <a:r>
              <a:rPr lang="en-US" sz="209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Share with others, forgive a friend, and use gentle words. The Holy Spirit helps us be kind!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50429" y="6033558"/>
            <a:ext cx="41089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Good Choices 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9004" y="7118562"/>
            <a:ext cx="4051842" cy="110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2"/>
              </a:lnSpc>
              <a:spcBef>
                <a:spcPct val="0"/>
              </a:spcBef>
            </a:pPr>
            <a:r>
              <a:rPr lang="en-US" sz="2094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Tell the truth and choose what is right. The Holy Spirit guides us to make good choices!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2259" y="1890183"/>
            <a:ext cx="12303482" cy="251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30"/>
              </a:lnSpc>
            </a:pPr>
            <a:r>
              <a:rPr lang="en-US" b="true" sz="973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Holy Spirit Helps Us Every Day!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6" y="0"/>
            <a:ext cx="5247515" cy="4972021"/>
          </a:xfrm>
          <a:custGeom>
            <a:avLst/>
            <a:gdLst/>
            <a:ahLst/>
            <a:cxnLst/>
            <a:rect r="r" b="b" t="t" l="l"/>
            <a:pathLst>
              <a:path h="4972021" w="5247515">
                <a:moveTo>
                  <a:pt x="0" y="0"/>
                </a:moveTo>
                <a:lnTo>
                  <a:pt x="5247516" y="0"/>
                </a:lnTo>
                <a:lnTo>
                  <a:pt x="5247516" y="4972021"/>
                </a:lnTo>
                <a:lnTo>
                  <a:pt x="0" y="4972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282" y="4972021"/>
            <a:ext cx="5268473" cy="5314979"/>
          </a:xfrm>
          <a:custGeom>
            <a:avLst/>
            <a:gdLst/>
            <a:ahLst/>
            <a:cxnLst/>
            <a:rect r="r" b="b" t="t" l="l"/>
            <a:pathLst>
              <a:path h="5314979" w="5268473">
                <a:moveTo>
                  <a:pt x="0" y="0"/>
                </a:moveTo>
                <a:lnTo>
                  <a:pt x="5268474" y="0"/>
                </a:lnTo>
                <a:lnTo>
                  <a:pt x="5268474" y="5314979"/>
                </a:lnTo>
                <a:lnTo>
                  <a:pt x="0" y="5314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05290" y="1238250"/>
            <a:ext cx="11021814" cy="2788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8"/>
              </a:lnSpc>
            </a:pPr>
            <a:r>
              <a:rPr lang="en-US" b="true" sz="10798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Spirit Helps Me Every Day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05290" y="5520437"/>
            <a:ext cx="4540792" cy="9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someone feels sad or left out, the Spirit nudges my heart to be kind and include them.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82190" y="5520437"/>
            <a:ext cx="4540792" cy="9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The Spirit helps me pay attention and obey, even when it feels hard to sit still and listen.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5290" y="8358887"/>
            <a:ext cx="4540792" cy="61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The Spirit gives me courage to say "I'm sorry" and make things right with others.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2190" y="8358887"/>
            <a:ext cx="4540792" cy="9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Whenever I feel worried or unsure, the Spirit reminds me to stop and talk to God.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5290" y="4835907"/>
            <a:ext cx="4540792" cy="3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3"/>
              </a:lnSpc>
              <a:spcBef>
                <a:spcPct val="0"/>
              </a:spcBef>
            </a:pPr>
            <a:r>
              <a:rPr lang="en-US" sz="2209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Be Kind to a Friend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2190" y="4835907"/>
            <a:ext cx="4540792" cy="3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3"/>
              </a:lnSpc>
              <a:spcBef>
                <a:spcPct val="0"/>
              </a:spcBef>
            </a:pPr>
            <a:r>
              <a:rPr lang="en-US" sz="2209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Listen to Parents &amp; Teachers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5290" y="7674357"/>
            <a:ext cx="4540792" cy="3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3"/>
              </a:lnSpc>
              <a:spcBef>
                <a:spcPct val="0"/>
              </a:spcBef>
            </a:pPr>
            <a:r>
              <a:rPr lang="en-US" sz="2209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Say Sorry When I Make a Mistake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2190" y="7674357"/>
            <a:ext cx="4540792" cy="3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3"/>
              </a:lnSpc>
              <a:spcBef>
                <a:spcPct val="0"/>
              </a:spcBef>
            </a:pPr>
            <a:r>
              <a:rPr lang="en-US" sz="2209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Pray When I Need Help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62391" y="864023"/>
            <a:ext cx="8578400" cy="852618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-978226">
            <a:off x="-782594" y="6567469"/>
            <a:ext cx="3195934" cy="3585901"/>
          </a:xfrm>
          <a:custGeom>
            <a:avLst/>
            <a:gdLst/>
            <a:ahLst/>
            <a:cxnLst/>
            <a:rect r="r" b="b" t="t" l="l"/>
            <a:pathLst>
              <a:path h="3585901" w="3195934">
                <a:moveTo>
                  <a:pt x="0" y="0"/>
                </a:moveTo>
                <a:lnTo>
                  <a:pt x="3195934" y="0"/>
                </a:lnTo>
                <a:lnTo>
                  <a:pt x="3195934" y="3585901"/>
                </a:lnTo>
                <a:lnTo>
                  <a:pt x="0" y="3585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490659">
            <a:off x="5475385" y="-1438132"/>
            <a:ext cx="2239136" cy="5162272"/>
          </a:xfrm>
          <a:custGeom>
            <a:avLst/>
            <a:gdLst/>
            <a:ahLst/>
            <a:cxnLst/>
            <a:rect r="r" b="b" t="t" l="l"/>
            <a:pathLst>
              <a:path h="5162272" w="2239136">
                <a:moveTo>
                  <a:pt x="0" y="0"/>
                </a:moveTo>
                <a:lnTo>
                  <a:pt x="2239135" y="0"/>
                </a:lnTo>
                <a:lnTo>
                  <a:pt x="2239135" y="5162272"/>
                </a:lnTo>
                <a:lnTo>
                  <a:pt x="0" y="5162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43760">
            <a:off x="-744369" y="882002"/>
            <a:ext cx="4163844" cy="2102741"/>
          </a:xfrm>
          <a:custGeom>
            <a:avLst/>
            <a:gdLst/>
            <a:ahLst/>
            <a:cxnLst/>
            <a:rect r="r" b="b" t="t" l="l"/>
            <a:pathLst>
              <a:path h="2102741" w="4163844">
                <a:moveTo>
                  <a:pt x="0" y="0"/>
                </a:moveTo>
                <a:lnTo>
                  <a:pt x="4163844" y="0"/>
                </a:lnTo>
                <a:lnTo>
                  <a:pt x="4163844" y="2102741"/>
                </a:lnTo>
                <a:lnTo>
                  <a:pt x="0" y="2102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764585">
            <a:off x="6024992" y="8277369"/>
            <a:ext cx="2963231" cy="2789141"/>
          </a:xfrm>
          <a:custGeom>
            <a:avLst/>
            <a:gdLst/>
            <a:ahLst/>
            <a:cxnLst/>
            <a:rect r="r" b="b" t="t" l="l"/>
            <a:pathLst>
              <a:path h="2789141" w="2963231">
                <a:moveTo>
                  <a:pt x="0" y="0"/>
                </a:moveTo>
                <a:lnTo>
                  <a:pt x="2963231" y="0"/>
                </a:lnTo>
                <a:lnTo>
                  <a:pt x="2963231" y="2789142"/>
                </a:lnTo>
                <a:lnTo>
                  <a:pt x="0" y="2789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6925" y="3940285"/>
            <a:ext cx="6928392" cy="169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36"/>
              </a:lnSpc>
            </a:pPr>
            <a:r>
              <a:rPr lang="en-US" b="true" sz="6536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Growing Closer</a:t>
            </a:r>
          </a:p>
          <a:p>
            <a:pPr algn="l" marL="0" indent="0" lvl="0">
              <a:lnSpc>
                <a:spcPts val="6536"/>
              </a:lnSpc>
            </a:pPr>
            <a:r>
              <a:rPr lang="en-US" b="true" sz="6536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 Jesus!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6925" y="6175830"/>
            <a:ext cx="4851942" cy="9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Pray, Listen, Choose Kindness,</a:t>
            </a:r>
          </a:p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Share Jesus' Love — watch</a:t>
            </a:r>
          </a:p>
          <a:p>
            <a:pPr algn="l" marL="0" indent="0" lvl="0">
              <a:lnSpc>
                <a:spcPts val="2542"/>
              </a:lnSpc>
              <a:spcBef>
                <a:spcPct val="0"/>
              </a:spcBef>
            </a:pPr>
            <a:r>
              <a:rPr lang="en-US" sz="1816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your heart grow! ❤️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77559" y="3439754"/>
            <a:ext cx="1840151" cy="949978"/>
          </a:xfrm>
          <a:custGeom>
            <a:avLst/>
            <a:gdLst/>
            <a:ahLst/>
            <a:cxnLst/>
            <a:rect r="r" b="b" t="t" l="l"/>
            <a:pathLst>
              <a:path h="949978" w="1840151">
                <a:moveTo>
                  <a:pt x="0" y="0"/>
                </a:moveTo>
                <a:lnTo>
                  <a:pt x="1840152" y="0"/>
                </a:lnTo>
                <a:lnTo>
                  <a:pt x="1840152" y="949978"/>
                </a:lnTo>
                <a:lnTo>
                  <a:pt x="0" y="94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77559" y="4604416"/>
            <a:ext cx="1862050" cy="1689811"/>
          </a:xfrm>
          <a:custGeom>
            <a:avLst/>
            <a:gdLst/>
            <a:ahLst/>
            <a:cxnLst/>
            <a:rect r="r" b="b" t="t" l="l"/>
            <a:pathLst>
              <a:path h="1689811" w="1862050">
                <a:moveTo>
                  <a:pt x="0" y="0"/>
                </a:moveTo>
                <a:lnTo>
                  <a:pt x="1862051" y="0"/>
                </a:lnTo>
                <a:lnTo>
                  <a:pt x="1862051" y="1689811"/>
                </a:lnTo>
                <a:lnTo>
                  <a:pt x="0" y="1689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66947" y="8548749"/>
            <a:ext cx="1283275" cy="1116449"/>
          </a:xfrm>
          <a:custGeom>
            <a:avLst/>
            <a:gdLst/>
            <a:ahLst/>
            <a:cxnLst/>
            <a:rect r="r" b="b" t="t" l="l"/>
            <a:pathLst>
              <a:path h="1116449" w="1283275">
                <a:moveTo>
                  <a:pt x="0" y="0"/>
                </a:moveTo>
                <a:lnTo>
                  <a:pt x="1283275" y="0"/>
                </a:lnTo>
                <a:lnTo>
                  <a:pt x="1283275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99589" y="6688641"/>
            <a:ext cx="1417990" cy="1409128"/>
          </a:xfrm>
          <a:custGeom>
            <a:avLst/>
            <a:gdLst/>
            <a:ahLst/>
            <a:cxnLst/>
            <a:rect r="r" b="b" t="t" l="l"/>
            <a:pathLst>
              <a:path h="1409128" w="1417990">
                <a:moveTo>
                  <a:pt x="0" y="0"/>
                </a:moveTo>
                <a:lnTo>
                  <a:pt x="1417991" y="0"/>
                </a:lnTo>
                <a:lnTo>
                  <a:pt x="1417991" y="1409128"/>
                </a:lnTo>
                <a:lnTo>
                  <a:pt x="0" y="1409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0580" y="3337383"/>
            <a:ext cx="1238306" cy="1154720"/>
          </a:xfrm>
          <a:custGeom>
            <a:avLst/>
            <a:gdLst/>
            <a:ahLst/>
            <a:cxnLst/>
            <a:rect r="r" b="b" t="t" l="l"/>
            <a:pathLst>
              <a:path h="1154720" w="1238306">
                <a:moveTo>
                  <a:pt x="0" y="0"/>
                </a:moveTo>
                <a:lnTo>
                  <a:pt x="1238305" y="0"/>
                </a:lnTo>
                <a:lnTo>
                  <a:pt x="1238305" y="1154720"/>
                </a:lnTo>
                <a:lnTo>
                  <a:pt x="0" y="1154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32265" y="4762603"/>
            <a:ext cx="1574935" cy="1531624"/>
          </a:xfrm>
          <a:custGeom>
            <a:avLst/>
            <a:gdLst/>
            <a:ahLst/>
            <a:cxnLst/>
            <a:rect r="r" b="b" t="t" l="l"/>
            <a:pathLst>
              <a:path h="1531624" w="1574935">
                <a:moveTo>
                  <a:pt x="0" y="0"/>
                </a:moveTo>
                <a:lnTo>
                  <a:pt x="1574935" y="0"/>
                </a:lnTo>
                <a:lnTo>
                  <a:pt x="1574935" y="1531624"/>
                </a:lnTo>
                <a:lnTo>
                  <a:pt x="0" y="15316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32265" y="6604078"/>
            <a:ext cx="1406620" cy="1578255"/>
          </a:xfrm>
          <a:custGeom>
            <a:avLst/>
            <a:gdLst/>
            <a:ahLst/>
            <a:cxnLst/>
            <a:rect r="r" b="b" t="t" l="l"/>
            <a:pathLst>
              <a:path h="1578255" w="1406620">
                <a:moveTo>
                  <a:pt x="0" y="0"/>
                </a:moveTo>
                <a:lnTo>
                  <a:pt x="1406620" y="0"/>
                </a:lnTo>
                <a:lnTo>
                  <a:pt x="1406620" y="1578255"/>
                </a:lnTo>
                <a:lnTo>
                  <a:pt x="0" y="157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29589" y="8548749"/>
            <a:ext cx="1609296" cy="1116449"/>
          </a:xfrm>
          <a:custGeom>
            <a:avLst/>
            <a:gdLst/>
            <a:ahLst/>
            <a:cxnLst/>
            <a:rect r="r" b="b" t="t" l="l"/>
            <a:pathLst>
              <a:path h="1116449" w="1609296">
                <a:moveTo>
                  <a:pt x="0" y="0"/>
                </a:moveTo>
                <a:lnTo>
                  <a:pt x="1609296" y="0"/>
                </a:lnTo>
                <a:lnTo>
                  <a:pt x="1609296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84000" y="3229154"/>
            <a:ext cx="2422924" cy="1262949"/>
          </a:xfrm>
          <a:custGeom>
            <a:avLst/>
            <a:gdLst/>
            <a:ahLst/>
            <a:cxnLst/>
            <a:rect r="r" b="b" t="t" l="l"/>
            <a:pathLst>
              <a:path h="1262949" w="2422924">
                <a:moveTo>
                  <a:pt x="0" y="0"/>
                </a:moveTo>
                <a:lnTo>
                  <a:pt x="2422924" y="0"/>
                </a:lnTo>
                <a:lnTo>
                  <a:pt x="2422924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17740" y="4683510"/>
            <a:ext cx="1755443" cy="1531624"/>
          </a:xfrm>
          <a:custGeom>
            <a:avLst/>
            <a:gdLst/>
            <a:ahLst/>
            <a:cxnLst/>
            <a:rect r="r" b="b" t="t" l="l"/>
            <a:pathLst>
              <a:path h="1531624" w="1755443">
                <a:moveTo>
                  <a:pt x="0" y="0"/>
                </a:moveTo>
                <a:lnTo>
                  <a:pt x="1755443" y="0"/>
                </a:lnTo>
                <a:lnTo>
                  <a:pt x="1755443" y="1531624"/>
                </a:lnTo>
                <a:lnTo>
                  <a:pt x="0" y="15316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84801" y="6536321"/>
            <a:ext cx="1621322" cy="1646012"/>
          </a:xfrm>
          <a:custGeom>
            <a:avLst/>
            <a:gdLst/>
            <a:ahLst/>
            <a:cxnLst/>
            <a:rect r="r" b="b" t="t" l="l"/>
            <a:pathLst>
              <a:path h="1646012" w="1621322">
                <a:moveTo>
                  <a:pt x="0" y="0"/>
                </a:moveTo>
                <a:lnTo>
                  <a:pt x="1621322" y="0"/>
                </a:lnTo>
                <a:lnTo>
                  <a:pt x="1621322" y="1646012"/>
                </a:lnTo>
                <a:lnTo>
                  <a:pt x="0" y="16460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90066" y="8548749"/>
            <a:ext cx="2210791" cy="1116449"/>
          </a:xfrm>
          <a:custGeom>
            <a:avLst/>
            <a:gdLst/>
            <a:ahLst/>
            <a:cxnLst/>
            <a:rect r="r" b="b" t="t" l="l"/>
            <a:pathLst>
              <a:path h="1116449" w="2210791">
                <a:moveTo>
                  <a:pt x="0" y="0"/>
                </a:moveTo>
                <a:lnTo>
                  <a:pt x="2210791" y="0"/>
                </a:lnTo>
                <a:lnTo>
                  <a:pt x="2210791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69620" y="4604416"/>
            <a:ext cx="1385194" cy="1679023"/>
          </a:xfrm>
          <a:custGeom>
            <a:avLst/>
            <a:gdLst/>
            <a:ahLst/>
            <a:cxnLst/>
            <a:rect r="r" b="b" t="t" l="l"/>
            <a:pathLst>
              <a:path h="1679023" w="1385194">
                <a:moveTo>
                  <a:pt x="0" y="0"/>
                </a:moveTo>
                <a:lnTo>
                  <a:pt x="1385193" y="0"/>
                </a:lnTo>
                <a:lnTo>
                  <a:pt x="1385193" y="1679023"/>
                </a:lnTo>
                <a:lnTo>
                  <a:pt x="0" y="16790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51762" y="6585698"/>
            <a:ext cx="1620910" cy="1525681"/>
          </a:xfrm>
          <a:custGeom>
            <a:avLst/>
            <a:gdLst/>
            <a:ahLst/>
            <a:cxnLst/>
            <a:rect r="r" b="b" t="t" l="l"/>
            <a:pathLst>
              <a:path h="1525681" w="1620910">
                <a:moveTo>
                  <a:pt x="0" y="0"/>
                </a:moveTo>
                <a:lnTo>
                  <a:pt x="1620909" y="0"/>
                </a:lnTo>
                <a:lnTo>
                  <a:pt x="1620909" y="1525682"/>
                </a:lnTo>
                <a:lnTo>
                  <a:pt x="0" y="15256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14910" y="8623652"/>
            <a:ext cx="1294614" cy="945068"/>
          </a:xfrm>
          <a:custGeom>
            <a:avLst/>
            <a:gdLst/>
            <a:ahLst/>
            <a:cxnLst/>
            <a:rect r="r" b="b" t="t" l="l"/>
            <a:pathLst>
              <a:path h="945068" w="1294614">
                <a:moveTo>
                  <a:pt x="0" y="0"/>
                </a:moveTo>
                <a:lnTo>
                  <a:pt x="1294614" y="0"/>
                </a:lnTo>
                <a:lnTo>
                  <a:pt x="1294614" y="945068"/>
                </a:lnTo>
                <a:lnTo>
                  <a:pt x="0" y="9450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29952" y="3229154"/>
            <a:ext cx="1264530" cy="1262949"/>
          </a:xfrm>
          <a:custGeom>
            <a:avLst/>
            <a:gdLst/>
            <a:ahLst/>
            <a:cxnLst/>
            <a:rect r="r" b="b" t="t" l="l"/>
            <a:pathLst>
              <a:path h="1262949" w="1264530">
                <a:moveTo>
                  <a:pt x="0" y="0"/>
                </a:moveTo>
                <a:lnTo>
                  <a:pt x="1264530" y="0"/>
                </a:lnTo>
                <a:lnTo>
                  <a:pt x="1264530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916743" y="3283269"/>
            <a:ext cx="1280557" cy="1262949"/>
          </a:xfrm>
          <a:custGeom>
            <a:avLst/>
            <a:gdLst/>
            <a:ahLst/>
            <a:cxnLst/>
            <a:rect r="r" b="b" t="t" l="l"/>
            <a:pathLst>
              <a:path h="1262949" w="1280557">
                <a:moveTo>
                  <a:pt x="0" y="0"/>
                </a:moveTo>
                <a:lnTo>
                  <a:pt x="1280557" y="0"/>
                </a:lnTo>
                <a:lnTo>
                  <a:pt x="1280557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193392" y="6447779"/>
            <a:ext cx="790767" cy="1823095"/>
          </a:xfrm>
          <a:custGeom>
            <a:avLst/>
            <a:gdLst/>
            <a:ahLst/>
            <a:cxnLst/>
            <a:rect r="r" b="b" t="t" l="l"/>
            <a:pathLst>
              <a:path h="1823095" w="790767">
                <a:moveTo>
                  <a:pt x="0" y="0"/>
                </a:moveTo>
                <a:lnTo>
                  <a:pt x="790767" y="0"/>
                </a:lnTo>
                <a:lnTo>
                  <a:pt x="790767" y="1823095"/>
                </a:lnTo>
                <a:lnTo>
                  <a:pt x="0" y="182309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03602" y="4824414"/>
            <a:ext cx="1706838" cy="1284396"/>
          </a:xfrm>
          <a:custGeom>
            <a:avLst/>
            <a:gdLst/>
            <a:ahLst/>
            <a:cxnLst/>
            <a:rect r="r" b="b" t="t" l="l"/>
            <a:pathLst>
              <a:path h="1284396" w="1706838">
                <a:moveTo>
                  <a:pt x="0" y="0"/>
                </a:moveTo>
                <a:lnTo>
                  <a:pt x="1706839" y="0"/>
                </a:lnTo>
                <a:lnTo>
                  <a:pt x="1706839" y="1284395"/>
                </a:lnTo>
                <a:lnTo>
                  <a:pt x="0" y="12843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52623" y="8478874"/>
            <a:ext cx="1231536" cy="1234623"/>
          </a:xfrm>
          <a:custGeom>
            <a:avLst/>
            <a:gdLst/>
            <a:ahLst/>
            <a:cxnLst/>
            <a:rect r="r" b="b" t="t" l="l"/>
            <a:pathLst>
              <a:path h="1234623" w="1231536">
                <a:moveTo>
                  <a:pt x="0" y="0"/>
                </a:moveTo>
                <a:lnTo>
                  <a:pt x="1231536" y="0"/>
                </a:lnTo>
                <a:lnTo>
                  <a:pt x="1231536" y="1234623"/>
                </a:lnTo>
                <a:lnTo>
                  <a:pt x="0" y="123462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91995" y="744953"/>
            <a:ext cx="13904011" cy="11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3"/>
              </a:lnSpc>
            </a:pPr>
            <a:r>
              <a:rPr lang="en-US" b="true" sz="8993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Draw Your Flame! 🔥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35206" y="2216478"/>
            <a:ext cx="10017589" cy="45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3"/>
              </a:lnSpc>
              <a:spcBef>
                <a:spcPct val="0"/>
              </a:spcBef>
            </a:pPr>
            <a:r>
              <a:rPr lang="en-US" sz="1288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Draw a bright flame below. Inside it, write or draw one way the Holy Spirit can help you this week: peace, kindness, courage, prayer, or a good choice!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09911">
            <a:off x="-393041" y="6324067"/>
            <a:ext cx="2821134" cy="2739531"/>
          </a:xfrm>
          <a:custGeom>
            <a:avLst/>
            <a:gdLst/>
            <a:ahLst/>
            <a:cxnLst/>
            <a:rect r="r" b="b" t="t" l="l"/>
            <a:pathLst>
              <a:path h="2739531" w="2821134">
                <a:moveTo>
                  <a:pt x="0" y="0"/>
                </a:moveTo>
                <a:lnTo>
                  <a:pt x="2821134" y="0"/>
                </a:lnTo>
                <a:lnTo>
                  <a:pt x="2821134" y="2739531"/>
                </a:lnTo>
                <a:lnTo>
                  <a:pt x="0" y="273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7369" y="3091946"/>
            <a:ext cx="14013263" cy="399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94"/>
              </a:lnSpc>
              <a:spcBef>
                <a:spcPct val="0"/>
              </a:spcBef>
            </a:pPr>
            <a:r>
              <a:rPr lang="en-US" b="true" sz="571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Holy Spirit, please fill our hearts with peace, kindness, and love. Help us make good choices and welcome Jesus every day. Amen.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50602" y="-1666943"/>
            <a:ext cx="5038362" cy="4780146"/>
          </a:xfrm>
          <a:custGeom>
            <a:avLst/>
            <a:gdLst/>
            <a:ahLst/>
            <a:cxnLst/>
            <a:rect r="r" b="b" t="t" l="l"/>
            <a:pathLst>
              <a:path h="4780146" w="5038362">
                <a:moveTo>
                  <a:pt x="0" y="0"/>
                </a:moveTo>
                <a:lnTo>
                  <a:pt x="5038362" y="0"/>
                </a:lnTo>
                <a:lnTo>
                  <a:pt x="5038362" y="4780146"/>
                </a:lnTo>
                <a:lnTo>
                  <a:pt x="0" y="478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58914">
            <a:off x="15837309" y="2119245"/>
            <a:ext cx="3446471" cy="3045819"/>
          </a:xfrm>
          <a:custGeom>
            <a:avLst/>
            <a:gdLst/>
            <a:ahLst/>
            <a:cxnLst/>
            <a:rect r="r" b="b" t="t" l="l"/>
            <a:pathLst>
              <a:path h="3045819" w="3446471">
                <a:moveTo>
                  <a:pt x="0" y="0"/>
                </a:moveTo>
                <a:lnTo>
                  <a:pt x="3446471" y="0"/>
                </a:lnTo>
                <a:lnTo>
                  <a:pt x="3446471" y="3045818"/>
                </a:lnTo>
                <a:lnTo>
                  <a:pt x="0" y="3045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61609">
            <a:off x="-979812" y="-725800"/>
            <a:ext cx="4270031" cy="5655671"/>
          </a:xfrm>
          <a:custGeom>
            <a:avLst/>
            <a:gdLst/>
            <a:ahLst/>
            <a:cxnLst/>
            <a:rect r="r" b="b" t="t" l="l"/>
            <a:pathLst>
              <a:path h="5655671" w="4270031">
                <a:moveTo>
                  <a:pt x="0" y="0"/>
                </a:moveTo>
                <a:lnTo>
                  <a:pt x="4270032" y="0"/>
                </a:lnTo>
                <a:lnTo>
                  <a:pt x="4270032" y="5655671"/>
                </a:lnTo>
                <a:lnTo>
                  <a:pt x="0" y="5655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96125" y="6766875"/>
            <a:ext cx="3265059" cy="3203839"/>
          </a:xfrm>
          <a:custGeom>
            <a:avLst/>
            <a:gdLst/>
            <a:ahLst/>
            <a:cxnLst/>
            <a:rect r="r" b="b" t="t" l="l"/>
            <a:pathLst>
              <a:path h="3203839" w="3265059">
                <a:moveTo>
                  <a:pt x="0" y="0"/>
                </a:moveTo>
                <a:lnTo>
                  <a:pt x="3265059" y="0"/>
                </a:lnTo>
                <a:lnTo>
                  <a:pt x="3265059" y="3203839"/>
                </a:lnTo>
                <a:lnTo>
                  <a:pt x="0" y="32038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365806">
            <a:off x="5815067" y="-778909"/>
            <a:ext cx="2317448" cy="3592943"/>
          </a:xfrm>
          <a:custGeom>
            <a:avLst/>
            <a:gdLst/>
            <a:ahLst/>
            <a:cxnLst/>
            <a:rect r="r" b="b" t="t" l="l"/>
            <a:pathLst>
              <a:path h="3592943" w="2317448">
                <a:moveTo>
                  <a:pt x="0" y="0"/>
                </a:moveTo>
                <a:lnTo>
                  <a:pt x="2317449" y="0"/>
                </a:lnTo>
                <a:lnTo>
                  <a:pt x="2317449" y="3592943"/>
                </a:lnTo>
                <a:lnTo>
                  <a:pt x="0" y="35929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296531">
            <a:off x="2663601" y="7639417"/>
            <a:ext cx="6061110" cy="2765381"/>
          </a:xfrm>
          <a:custGeom>
            <a:avLst/>
            <a:gdLst/>
            <a:ahLst/>
            <a:cxnLst/>
            <a:rect r="r" b="b" t="t" l="l"/>
            <a:pathLst>
              <a:path h="2765381" w="6061110">
                <a:moveTo>
                  <a:pt x="0" y="0"/>
                </a:moveTo>
                <a:lnTo>
                  <a:pt x="6061110" y="0"/>
                </a:lnTo>
                <a:lnTo>
                  <a:pt x="6061110" y="2765382"/>
                </a:lnTo>
                <a:lnTo>
                  <a:pt x="0" y="27653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71245">
            <a:off x="9514351" y="8136629"/>
            <a:ext cx="5351508" cy="2622239"/>
          </a:xfrm>
          <a:custGeom>
            <a:avLst/>
            <a:gdLst/>
            <a:ahLst/>
            <a:cxnLst/>
            <a:rect r="r" b="b" t="t" l="l"/>
            <a:pathLst>
              <a:path h="2622239" w="5351508">
                <a:moveTo>
                  <a:pt x="0" y="0"/>
                </a:moveTo>
                <a:lnTo>
                  <a:pt x="5351508" y="0"/>
                </a:lnTo>
                <a:lnTo>
                  <a:pt x="5351508" y="2622239"/>
                </a:lnTo>
                <a:lnTo>
                  <a:pt x="0" y="26222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DAHUEu_V2r4</dc:identifier>
  <dcterms:modified xsi:type="dcterms:W3CDTF">2011-08-01T06:04:30Z</dcterms:modified>
  <cp:revision>1</cp:revision>
</cp:coreProperties>
</file>