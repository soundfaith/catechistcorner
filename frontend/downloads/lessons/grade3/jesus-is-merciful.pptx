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Open Sauce Bold" charset="1" panose="00000800000000000000"/>
      <p:regular r:id="rId14"/>
    </p:embeddedFont>
    <p:embeddedFont>
      <p:font typeface="Open Sauce" charset="1" panose="000005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png" Type="http://schemas.openxmlformats.org/officeDocument/2006/relationships/image"/><Relationship Id="rId12" Target="../media/image24.png" Type="http://schemas.openxmlformats.org/officeDocument/2006/relationships/image"/><Relationship Id="rId13" Target="../media/image25.png" Type="http://schemas.openxmlformats.org/officeDocument/2006/relationships/image"/><Relationship Id="rId14" Target="../media/image26.png" Type="http://schemas.openxmlformats.org/officeDocument/2006/relationships/image"/><Relationship Id="rId15" Target="../media/image27.png" Type="http://schemas.openxmlformats.org/officeDocument/2006/relationships/image"/><Relationship Id="rId16" Target="../media/image28.png" Type="http://schemas.openxmlformats.org/officeDocument/2006/relationships/image"/><Relationship Id="rId17" Target="../media/image29.png" Type="http://schemas.openxmlformats.org/officeDocument/2006/relationships/image"/><Relationship Id="rId18" Target="../media/image30.png" Type="http://schemas.openxmlformats.org/officeDocument/2006/relationships/image"/><Relationship Id="rId19" Target="../media/image31.png" Type="http://schemas.openxmlformats.org/officeDocument/2006/relationships/image"/><Relationship Id="rId2" Target="../media/image16.png" Type="http://schemas.openxmlformats.org/officeDocument/2006/relationships/image"/><Relationship Id="rId20" Target="../media/image9.png" Type="http://schemas.openxmlformats.org/officeDocument/2006/relationships/image"/><Relationship Id="rId21" Target="../media/image32.png" Type="http://schemas.openxmlformats.org/officeDocument/2006/relationships/image"/><Relationship Id="rId3" Target="../media/image8.png" Type="http://schemas.openxmlformats.org/officeDocument/2006/relationships/image"/><Relationship Id="rId4" Target="../media/image17.png" Type="http://schemas.openxmlformats.org/officeDocument/2006/relationships/image"/><Relationship Id="rId5" Target="../media/image6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7.png" Type="http://schemas.openxmlformats.org/officeDocument/2006/relationships/image"/><Relationship Id="rId4" Target="../media/image7.png" Type="http://schemas.openxmlformats.org/officeDocument/2006/relationships/image"/><Relationship Id="rId5" Target="../media/image25.png" Type="http://schemas.openxmlformats.org/officeDocument/2006/relationships/image"/><Relationship Id="rId6" Target="../media/image2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152973" y="76057"/>
            <a:ext cx="5243510" cy="5145194"/>
          </a:xfrm>
          <a:custGeom>
            <a:avLst/>
            <a:gdLst/>
            <a:ahLst/>
            <a:cxnLst/>
            <a:rect r="r" b="b" t="t" l="l"/>
            <a:pathLst>
              <a:path h="5145194" w="5243510">
                <a:moveTo>
                  <a:pt x="0" y="0"/>
                </a:moveTo>
                <a:lnTo>
                  <a:pt x="5243510" y="0"/>
                </a:lnTo>
                <a:lnTo>
                  <a:pt x="5243510" y="5145195"/>
                </a:lnTo>
                <a:lnTo>
                  <a:pt x="0" y="51451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366958" y="5222971"/>
            <a:ext cx="4786614" cy="4871872"/>
          </a:xfrm>
          <a:custGeom>
            <a:avLst/>
            <a:gdLst/>
            <a:ahLst/>
            <a:cxnLst/>
            <a:rect r="r" b="b" t="t" l="l"/>
            <a:pathLst>
              <a:path h="4871872" w="4786614">
                <a:moveTo>
                  <a:pt x="0" y="0"/>
                </a:moveTo>
                <a:lnTo>
                  <a:pt x="4786614" y="0"/>
                </a:lnTo>
                <a:lnTo>
                  <a:pt x="4786614" y="4871872"/>
                </a:lnTo>
                <a:lnTo>
                  <a:pt x="0" y="487187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2742179"/>
            <a:ext cx="11762313" cy="4480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453"/>
              </a:lnSpc>
            </a:pPr>
            <a:r>
              <a:rPr lang="en-US" b="true" sz="13317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Jesus Is Merciful and Forgiving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7410667"/>
            <a:ext cx="10720144" cy="575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84"/>
              </a:lnSpc>
              <a:spcBef>
                <a:spcPct val="0"/>
              </a:spcBef>
            </a:pPr>
            <a:r>
              <a:rPr lang="en-US" sz="3346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A lesson about God's amazing love for us 💛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64660" y="0"/>
            <a:ext cx="5897369" cy="10287000"/>
            <a:chOff x="0" y="0"/>
            <a:chExt cx="7863159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257" t="0" r="257" b="0"/>
            <a:stretch>
              <a:fillRect/>
            </a:stretch>
          </p:blipFill>
          <p:spPr>
            <a:xfrm flipH="false" flipV="false">
              <a:off x="0" y="0"/>
              <a:ext cx="7863159" cy="13716000"/>
            </a:xfrm>
            <a:prstGeom prst="rect">
              <a:avLst/>
            </a:prstGeom>
          </p:spPr>
        </p:pic>
      </p:grpSp>
      <p:grpSp>
        <p:nvGrpSpPr>
          <p:cNvPr name="Group 4" id="4"/>
          <p:cNvGrpSpPr/>
          <p:nvPr/>
        </p:nvGrpSpPr>
        <p:grpSpPr>
          <a:xfrm rot="0">
            <a:off x="-344930" y="-230074"/>
            <a:ext cx="6970901" cy="10969398"/>
            <a:chOff x="0" y="0"/>
            <a:chExt cx="2630007" cy="413857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630007" cy="4138574"/>
            </a:xfrm>
            <a:custGeom>
              <a:avLst/>
              <a:gdLst/>
              <a:ahLst/>
              <a:cxnLst/>
              <a:rect r="r" b="b" t="t" l="l"/>
              <a:pathLst>
                <a:path h="4138574" w="2630007">
                  <a:moveTo>
                    <a:pt x="0" y="0"/>
                  </a:moveTo>
                  <a:lnTo>
                    <a:pt x="2630007" y="0"/>
                  </a:lnTo>
                  <a:lnTo>
                    <a:pt x="2630007" y="4138574"/>
                  </a:lnTo>
                  <a:lnTo>
                    <a:pt x="0" y="4138574"/>
                  </a:lnTo>
                  <a:close/>
                </a:path>
              </a:pathLst>
            </a:custGeom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241306" y="4735245"/>
            <a:ext cx="5351825" cy="5318376"/>
          </a:xfrm>
          <a:custGeom>
            <a:avLst/>
            <a:gdLst/>
            <a:ahLst/>
            <a:cxnLst/>
            <a:rect r="r" b="b" t="t" l="l"/>
            <a:pathLst>
              <a:path h="5318376" w="5351825">
                <a:moveTo>
                  <a:pt x="0" y="0"/>
                </a:moveTo>
                <a:lnTo>
                  <a:pt x="5351825" y="0"/>
                </a:lnTo>
                <a:lnTo>
                  <a:pt x="5351825" y="5318376"/>
                </a:lnTo>
                <a:lnTo>
                  <a:pt x="0" y="531837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762958" y="7260395"/>
            <a:ext cx="4496342" cy="447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03"/>
              </a:lnSpc>
              <a:spcBef>
                <a:spcPct val="0"/>
              </a:spcBef>
            </a:pPr>
            <a:r>
              <a:rPr lang="en-US" sz="2645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How Can We Remember It?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762958" y="4250495"/>
            <a:ext cx="4496342" cy="447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03"/>
              </a:lnSpc>
              <a:spcBef>
                <a:spcPct val="0"/>
              </a:spcBef>
            </a:pPr>
            <a:r>
              <a:rPr lang="en-US" sz="2645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What Does It Mean?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762958" y="1400615"/>
            <a:ext cx="4496342" cy="447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03"/>
              </a:lnSpc>
              <a:spcBef>
                <a:spcPct val="0"/>
              </a:spcBef>
            </a:pPr>
            <a:r>
              <a:rPr lang="en-US" sz="2645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The Bible Verse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762958" y="8082475"/>
            <a:ext cx="4222753" cy="1180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64"/>
              </a:lnSpc>
              <a:spcBef>
                <a:spcPct val="0"/>
              </a:spcBef>
            </a:pPr>
            <a:r>
              <a:rPr lang="en-US" sz="2260" u="none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Think: "God is kind to me, so I will be kind to others!" Say it with a smile! 😊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762958" y="5072575"/>
            <a:ext cx="4222753" cy="1580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64"/>
              </a:lnSpc>
              <a:spcBef>
                <a:spcPct val="0"/>
              </a:spcBef>
            </a:pPr>
            <a:r>
              <a:rPr lang="en-US" sz="2260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God is always kind and forgiving to us. He wants us to be kind and forgiving to others too!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762958" y="2222695"/>
            <a:ext cx="4222753" cy="11808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64"/>
              </a:lnSpc>
              <a:spcBef>
                <a:spcPct val="0"/>
              </a:spcBef>
            </a:pPr>
            <a:r>
              <a:rPr lang="en-US" sz="2260" u="none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"Be merciful, just as your Father is merciful."</a:t>
            </a:r>
          </a:p>
          <a:p>
            <a:pPr algn="l" marL="0" indent="0" lvl="0">
              <a:lnSpc>
                <a:spcPts val="3164"/>
              </a:lnSpc>
              <a:spcBef>
                <a:spcPct val="0"/>
              </a:spcBef>
            </a:pPr>
            <a:r>
              <a:rPr lang="en-US" sz="2260" u="none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— Luke 6:36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1190625"/>
            <a:ext cx="8551873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000"/>
              </a:lnSpc>
            </a:pPr>
            <a:r>
              <a:rPr lang="en-US" b="true" sz="9000" spc="179">
                <a:solidFill>
                  <a:srgbClr val="2929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Luke 6:36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715076">
            <a:off x="2264539" y="-927258"/>
            <a:ext cx="6331853" cy="3213416"/>
          </a:xfrm>
          <a:custGeom>
            <a:avLst/>
            <a:gdLst/>
            <a:ahLst/>
            <a:cxnLst/>
            <a:rect r="r" b="b" t="t" l="l"/>
            <a:pathLst>
              <a:path h="3213416" w="6331853">
                <a:moveTo>
                  <a:pt x="0" y="0"/>
                </a:moveTo>
                <a:lnTo>
                  <a:pt x="6331854" y="0"/>
                </a:lnTo>
                <a:lnTo>
                  <a:pt x="6331854" y="3213416"/>
                </a:lnTo>
                <a:lnTo>
                  <a:pt x="0" y="32134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34139" y="-515370"/>
            <a:ext cx="3915928" cy="3891453"/>
          </a:xfrm>
          <a:custGeom>
            <a:avLst/>
            <a:gdLst/>
            <a:ahLst/>
            <a:cxnLst/>
            <a:rect r="r" b="b" t="t" l="l"/>
            <a:pathLst>
              <a:path h="3891453" w="3915928">
                <a:moveTo>
                  <a:pt x="0" y="0"/>
                </a:moveTo>
                <a:lnTo>
                  <a:pt x="3915927" y="0"/>
                </a:lnTo>
                <a:lnTo>
                  <a:pt x="3915927" y="3891453"/>
                </a:lnTo>
                <a:lnTo>
                  <a:pt x="0" y="389145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436293" y="3536336"/>
            <a:ext cx="2971940" cy="3629851"/>
          </a:xfrm>
          <a:custGeom>
            <a:avLst/>
            <a:gdLst/>
            <a:ahLst/>
            <a:cxnLst/>
            <a:rect r="r" b="b" t="t" l="l"/>
            <a:pathLst>
              <a:path h="3629851" w="2971940">
                <a:moveTo>
                  <a:pt x="0" y="0"/>
                </a:moveTo>
                <a:lnTo>
                  <a:pt x="2971941" y="0"/>
                </a:lnTo>
                <a:lnTo>
                  <a:pt x="2971941" y="3629851"/>
                </a:lnTo>
                <a:lnTo>
                  <a:pt x="0" y="36298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459171" y="7876752"/>
            <a:ext cx="5142245" cy="4666588"/>
          </a:xfrm>
          <a:custGeom>
            <a:avLst/>
            <a:gdLst/>
            <a:ahLst/>
            <a:cxnLst/>
            <a:rect r="r" b="b" t="t" l="l"/>
            <a:pathLst>
              <a:path h="4666588" w="5142245">
                <a:moveTo>
                  <a:pt x="0" y="0"/>
                </a:moveTo>
                <a:lnTo>
                  <a:pt x="5142245" y="0"/>
                </a:lnTo>
                <a:lnTo>
                  <a:pt x="5142245" y="4666587"/>
                </a:lnTo>
                <a:lnTo>
                  <a:pt x="0" y="46665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189756">
            <a:off x="-1045942" y="2925625"/>
            <a:ext cx="3413677" cy="2568792"/>
          </a:xfrm>
          <a:custGeom>
            <a:avLst/>
            <a:gdLst/>
            <a:ahLst/>
            <a:cxnLst/>
            <a:rect r="r" b="b" t="t" l="l"/>
            <a:pathLst>
              <a:path h="2568792" w="3413677">
                <a:moveTo>
                  <a:pt x="0" y="0"/>
                </a:moveTo>
                <a:lnTo>
                  <a:pt x="3413677" y="0"/>
                </a:lnTo>
                <a:lnTo>
                  <a:pt x="3413677" y="2568792"/>
                </a:lnTo>
                <a:lnTo>
                  <a:pt x="0" y="256879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478330" y="8125253"/>
            <a:ext cx="3915928" cy="3778870"/>
          </a:xfrm>
          <a:custGeom>
            <a:avLst/>
            <a:gdLst/>
            <a:ahLst/>
            <a:cxnLst/>
            <a:rect r="r" b="b" t="t" l="l"/>
            <a:pathLst>
              <a:path h="3778870" w="3915928">
                <a:moveTo>
                  <a:pt x="0" y="0"/>
                </a:moveTo>
                <a:lnTo>
                  <a:pt x="3915927" y="0"/>
                </a:lnTo>
                <a:lnTo>
                  <a:pt x="3915927" y="3778870"/>
                </a:lnTo>
                <a:lnTo>
                  <a:pt x="0" y="37788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28578" y="6033558"/>
            <a:ext cx="4108992" cy="490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4"/>
              </a:lnSpc>
              <a:spcBef>
                <a:spcPct val="0"/>
              </a:spcBef>
            </a:pPr>
            <a:r>
              <a:rPr lang="en-US" sz="2795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Kindness for Mistakes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57153" y="7128087"/>
            <a:ext cx="4051842" cy="1207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60"/>
              </a:lnSpc>
              <a:spcBef>
                <a:spcPct val="0"/>
              </a:spcBef>
            </a:pPr>
            <a:r>
              <a:rPr lang="en-US" sz="2329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Mercy means being kind to someone even when they do something wrong.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089504" y="6033558"/>
            <a:ext cx="4108992" cy="490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4"/>
              </a:lnSpc>
              <a:spcBef>
                <a:spcPct val="0"/>
              </a:spcBef>
            </a:pPr>
            <a:r>
              <a:rPr lang="en-US" sz="2795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Giving Second Chances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118079" y="7128087"/>
            <a:ext cx="4051842" cy="1617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60"/>
              </a:lnSpc>
              <a:spcBef>
                <a:spcPct val="0"/>
              </a:spcBef>
            </a:pPr>
            <a:r>
              <a:rPr lang="en-US" sz="2329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When we show mercy, we give others a chance to try again instead of staying angry.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550429" y="6033558"/>
            <a:ext cx="4108992" cy="490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914"/>
              </a:lnSpc>
              <a:spcBef>
                <a:spcPct val="0"/>
              </a:spcBef>
            </a:pPr>
            <a:r>
              <a:rPr lang="en-US" sz="2795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Showing Love Always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579004" y="7128087"/>
            <a:ext cx="4051842" cy="12076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60"/>
              </a:lnSpc>
              <a:spcBef>
                <a:spcPct val="0"/>
              </a:spcBef>
            </a:pPr>
            <a:r>
              <a:rPr lang="en-US" sz="2329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Jesus shows us mercy every day because He loves us no matter what we do!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992259" y="1918758"/>
            <a:ext cx="12303482" cy="160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2000"/>
              </a:lnSpc>
            </a:pPr>
            <a:r>
              <a:rPr lang="en-US" b="true" sz="12000">
                <a:solidFill>
                  <a:srgbClr val="2929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What Is Mercy?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92681" y="161096"/>
            <a:ext cx="4969643" cy="5051734"/>
          </a:xfrm>
          <a:custGeom>
            <a:avLst/>
            <a:gdLst/>
            <a:ahLst/>
            <a:cxnLst/>
            <a:rect r="r" b="b" t="t" l="l"/>
            <a:pathLst>
              <a:path h="5051734" w="4969643">
                <a:moveTo>
                  <a:pt x="0" y="0"/>
                </a:moveTo>
                <a:lnTo>
                  <a:pt x="4969642" y="0"/>
                </a:lnTo>
                <a:lnTo>
                  <a:pt x="4969642" y="5051734"/>
                </a:lnTo>
                <a:lnTo>
                  <a:pt x="0" y="50517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195621" y="5402356"/>
            <a:ext cx="5098990" cy="4722940"/>
          </a:xfrm>
          <a:custGeom>
            <a:avLst/>
            <a:gdLst/>
            <a:ahLst/>
            <a:cxnLst/>
            <a:rect r="r" b="b" t="t" l="l"/>
            <a:pathLst>
              <a:path h="4722940" w="5098990">
                <a:moveTo>
                  <a:pt x="0" y="0"/>
                </a:moveTo>
                <a:lnTo>
                  <a:pt x="5098990" y="0"/>
                </a:lnTo>
                <a:lnTo>
                  <a:pt x="5098990" y="4722940"/>
                </a:lnTo>
                <a:lnTo>
                  <a:pt x="0" y="47229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393487" y="5946531"/>
            <a:ext cx="5950492" cy="88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50"/>
              </a:lnSpc>
              <a:spcBef>
                <a:spcPct val="0"/>
              </a:spcBef>
            </a:pPr>
            <a:r>
              <a:rPr lang="en-US" sz="2607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We can smile and say, "I forgive you!" Just like Jesus forgives us every day.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393487" y="5095875"/>
            <a:ext cx="5950492" cy="446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26"/>
              </a:lnSpc>
              <a:spcBef>
                <a:spcPct val="0"/>
              </a:spcBef>
            </a:pPr>
            <a:r>
              <a:rPr lang="en-US" sz="2661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When a friend says sorry...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93487" y="7445831"/>
            <a:ext cx="5810792" cy="446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26"/>
              </a:lnSpc>
              <a:spcBef>
                <a:spcPct val="0"/>
              </a:spcBef>
            </a:pPr>
            <a:r>
              <a:rPr lang="en-US" sz="2661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When someone hurts our feelings...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93487" y="8296487"/>
            <a:ext cx="6013453" cy="886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50"/>
              </a:lnSpc>
              <a:spcBef>
                <a:spcPct val="0"/>
              </a:spcBef>
            </a:pPr>
            <a:r>
              <a:rPr lang="en-US" sz="2607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We can choose to be kind instead of angry. That is how we show mercy!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93487" y="1257300"/>
            <a:ext cx="10569686" cy="3104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991"/>
              </a:lnSpc>
            </a:pPr>
            <a:r>
              <a:rPr lang="en-US" b="true" sz="11991">
                <a:solidFill>
                  <a:srgbClr val="2929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Forgiving Others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76" y="0"/>
            <a:ext cx="5247515" cy="4972021"/>
          </a:xfrm>
          <a:custGeom>
            <a:avLst/>
            <a:gdLst/>
            <a:ahLst/>
            <a:cxnLst/>
            <a:rect r="r" b="b" t="t" l="l"/>
            <a:pathLst>
              <a:path h="4972021" w="5247515">
                <a:moveTo>
                  <a:pt x="0" y="0"/>
                </a:moveTo>
                <a:lnTo>
                  <a:pt x="5247516" y="0"/>
                </a:lnTo>
                <a:lnTo>
                  <a:pt x="5247516" y="4972021"/>
                </a:lnTo>
                <a:lnTo>
                  <a:pt x="0" y="49720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0282" y="4972021"/>
            <a:ext cx="5268473" cy="5314979"/>
          </a:xfrm>
          <a:custGeom>
            <a:avLst/>
            <a:gdLst/>
            <a:ahLst/>
            <a:cxnLst/>
            <a:rect r="r" b="b" t="t" l="l"/>
            <a:pathLst>
              <a:path h="5314979" w="5268473">
                <a:moveTo>
                  <a:pt x="0" y="0"/>
                </a:moveTo>
                <a:lnTo>
                  <a:pt x="5268474" y="0"/>
                </a:lnTo>
                <a:lnTo>
                  <a:pt x="5268474" y="5314979"/>
                </a:lnTo>
                <a:lnTo>
                  <a:pt x="0" y="53149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605290" y="1257300"/>
            <a:ext cx="11021814" cy="3104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991"/>
              </a:lnSpc>
            </a:pPr>
            <a:r>
              <a:rPr lang="en-US" b="true" sz="11991">
                <a:solidFill>
                  <a:srgbClr val="2929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Ways to Show Mercy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05290" y="5510912"/>
            <a:ext cx="4540792" cy="763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5"/>
              </a:lnSpc>
              <a:spcBef>
                <a:spcPct val="0"/>
              </a:spcBef>
            </a:pPr>
            <a:r>
              <a:rPr lang="en-US" sz="2197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If a friend forgot their lunch, share yours with a smile!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282190" y="5510912"/>
            <a:ext cx="4540792" cy="763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5"/>
              </a:lnSpc>
              <a:spcBef>
                <a:spcPct val="0"/>
              </a:spcBef>
            </a:pPr>
            <a:r>
              <a:rPr lang="en-US" sz="2197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If someone is struggling with work, offer to help them out.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05290" y="8349362"/>
            <a:ext cx="4540792" cy="763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5"/>
              </a:lnSpc>
              <a:spcBef>
                <a:spcPct val="0"/>
              </a:spcBef>
            </a:pPr>
            <a:r>
              <a:rPr lang="en-US" sz="2197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Be gentle and kind with little brothers or sisters.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282190" y="8349362"/>
            <a:ext cx="4540792" cy="7633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5"/>
              </a:lnSpc>
              <a:spcBef>
                <a:spcPct val="0"/>
              </a:spcBef>
            </a:pPr>
            <a:r>
              <a:rPr lang="en-US" sz="2197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When someone feels sad, tell them something loving and warm.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05290" y="4797807"/>
            <a:ext cx="4540792" cy="547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53"/>
              </a:lnSpc>
              <a:spcBef>
                <a:spcPct val="0"/>
              </a:spcBef>
            </a:pPr>
            <a:r>
              <a:rPr lang="en-US" sz="3181" u="none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Share Your Snack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282190" y="4797807"/>
            <a:ext cx="4540792" cy="547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53"/>
              </a:lnSpc>
              <a:spcBef>
                <a:spcPct val="0"/>
              </a:spcBef>
            </a:pPr>
            <a:r>
              <a:rPr lang="en-US" sz="3181" u="none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Help a Classmate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05290" y="7636257"/>
            <a:ext cx="4540792" cy="547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53"/>
              </a:lnSpc>
              <a:spcBef>
                <a:spcPct val="0"/>
              </a:spcBef>
            </a:pPr>
            <a:r>
              <a:rPr lang="en-US" sz="3181" u="none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Be Patient at Home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282190" y="7636257"/>
            <a:ext cx="4540792" cy="547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53"/>
              </a:lnSpc>
              <a:spcBef>
                <a:spcPct val="0"/>
              </a:spcBef>
            </a:pPr>
            <a:r>
              <a:rPr lang="en-US" sz="3181" u="none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Say Kind Words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5149937" cy="5143500"/>
          </a:xfrm>
          <a:custGeom>
            <a:avLst/>
            <a:gdLst/>
            <a:ahLst/>
            <a:cxnLst/>
            <a:rect r="r" b="b" t="t" l="l"/>
            <a:pathLst>
              <a:path h="5143500" w="5149937">
                <a:moveTo>
                  <a:pt x="0" y="0"/>
                </a:moveTo>
                <a:lnTo>
                  <a:pt x="5149937" y="0"/>
                </a:lnTo>
                <a:lnTo>
                  <a:pt x="5149937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5149003"/>
            <a:ext cx="5149937" cy="5143500"/>
          </a:xfrm>
          <a:custGeom>
            <a:avLst/>
            <a:gdLst/>
            <a:ahLst/>
            <a:cxnLst/>
            <a:rect r="r" b="b" t="t" l="l"/>
            <a:pathLst>
              <a:path h="5143500" w="5149937">
                <a:moveTo>
                  <a:pt x="0" y="0"/>
                </a:moveTo>
                <a:lnTo>
                  <a:pt x="5149937" y="0"/>
                </a:lnTo>
                <a:lnTo>
                  <a:pt x="5149937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9144000" y="4534376"/>
            <a:ext cx="6871242" cy="547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6"/>
              </a:lnSpc>
              <a:spcBef>
                <a:spcPct val="0"/>
              </a:spcBef>
            </a:pPr>
            <a:r>
              <a:rPr lang="en-US" sz="3197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Think of someone to forgive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00" y="7174442"/>
            <a:ext cx="6871242" cy="547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76"/>
              </a:lnSpc>
              <a:spcBef>
                <a:spcPct val="0"/>
              </a:spcBef>
            </a:pPr>
            <a:r>
              <a:rPr lang="en-US" sz="3197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Draw a heart and write their name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0" y="5656421"/>
            <a:ext cx="6871242" cy="692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88"/>
              </a:lnSpc>
            </a:pPr>
            <a:r>
              <a:rPr lang="en-US" sz="1991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Close your eyes. Is there someone who hurt your feelings? Jesus wants to help you forgive them!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0" y="8296487"/>
            <a:ext cx="6871242" cy="692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788"/>
              </a:lnSpc>
            </a:pPr>
            <a:r>
              <a:rPr lang="en-US" sz="1991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On your paper, draw a big heart. Write their name inside. Ask Jesus to help you be kind and merciful to them.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955818" y="1123950"/>
            <a:ext cx="12303482" cy="3104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1991"/>
              </a:lnSpc>
            </a:pPr>
            <a:r>
              <a:rPr lang="en-US" b="true" sz="11991">
                <a:solidFill>
                  <a:srgbClr val="2929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Let's Pray Together!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77559" y="3439754"/>
            <a:ext cx="1840151" cy="949978"/>
          </a:xfrm>
          <a:custGeom>
            <a:avLst/>
            <a:gdLst/>
            <a:ahLst/>
            <a:cxnLst/>
            <a:rect r="r" b="b" t="t" l="l"/>
            <a:pathLst>
              <a:path h="949978" w="1840151">
                <a:moveTo>
                  <a:pt x="0" y="0"/>
                </a:moveTo>
                <a:lnTo>
                  <a:pt x="1840152" y="0"/>
                </a:lnTo>
                <a:lnTo>
                  <a:pt x="1840152" y="949978"/>
                </a:lnTo>
                <a:lnTo>
                  <a:pt x="0" y="9499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877559" y="4604416"/>
            <a:ext cx="1862050" cy="1689811"/>
          </a:xfrm>
          <a:custGeom>
            <a:avLst/>
            <a:gdLst/>
            <a:ahLst/>
            <a:cxnLst/>
            <a:rect r="r" b="b" t="t" l="l"/>
            <a:pathLst>
              <a:path h="1689811" w="1862050">
                <a:moveTo>
                  <a:pt x="0" y="0"/>
                </a:moveTo>
                <a:lnTo>
                  <a:pt x="1862051" y="0"/>
                </a:lnTo>
                <a:lnTo>
                  <a:pt x="1862051" y="1689811"/>
                </a:lnTo>
                <a:lnTo>
                  <a:pt x="0" y="16898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166947" y="8548749"/>
            <a:ext cx="1283275" cy="1116449"/>
          </a:xfrm>
          <a:custGeom>
            <a:avLst/>
            <a:gdLst/>
            <a:ahLst/>
            <a:cxnLst/>
            <a:rect r="r" b="b" t="t" l="l"/>
            <a:pathLst>
              <a:path h="1116449" w="1283275">
                <a:moveTo>
                  <a:pt x="0" y="0"/>
                </a:moveTo>
                <a:lnTo>
                  <a:pt x="1283275" y="0"/>
                </a:lnTo>
                <a:lnTo>
                  <a:pt x="1283275" y="1116450"/>
                </a:lnTo>
                <a:lnTo>
                  <a:pt x="0" y="11164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099589" y="6688641"/>
            <a:ext cx="1417990" cy="1409128"/>
          </a:xfrm>
          <a:custGeom>
            <a:avLst/>
            <a:gdLst/>
            <a:ahLst/>
            <a:cxnLst/>
            <a:rect r="r" b="b" t="t" l="l"/>
            <a:pathLst>
              <a:path h="1409128" w="1417990">
                <a:moveTo>
                  <a:pt x="0" y="0"/>
                </a:moveTo>
                <a:lnTo>
                  <a:pt x="1417991" y="0"/>
                </a:lnTo>
                <a:lnTo>
                  <a:pt x="1417991" y="1409128"/>
                </a:lnTo>
                <a:lnTo>
                  <a:pt x="0" y="14091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00580" y="3337383"/>
            <a:ext cx="1238306" cy="1154720"/>
          </a:xfrm>
          <a:custGeom>
            <a:avLst/>
            <a:gdLst/>
            <a:ahLst/>
            <a:cxnLst/>
            <a:rect r="r" b="b" t="t" l="l"/>
            <a:pathLst>
              <a:path h="1154720" w="1238306">
                <a:moveTo>
                  <a:pt x="0" y="0"/>
                </a:moveTo>
                <a:lnTo>
                  <a:pt x="1238305" y="0"/>
                </a:lnTo>
                <a:lnTo>
                  <a:pt x="1238305" y="1154720"/>
                </a:lnTo>
                <a:lnTo>
                  <a:pt x="0" y="115472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232265" y="4762603"/>
            <a:ext cx="1574935" cy="1531624"/>
          </a:xfrm>
          <a:custGeom>
            <a:avLst/>
            <a:gdLst/>
            <a:ahLst/>
            <a:cxnLst/>
            <a:rect r="r" b="b" t="t" l="l"/>
            <a:pathLst>
              <a:path h="1531624" w="1574935">
                <a:moveTo>
                  <a:pt x="0" y="0"/>
                </a:moveTo>
                <a:lnTo>
                  <a:pt x="1574935" y="0"/>
                </a:lnTo>
                <a:lnTo>
                  <a:pt x="1574935" y="1531624"/>
                </a:lnTo>
                <a:lnTo>
                  <a:pt x="0" y="153162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232265" y="6604078"/>
            <a:ext cx="1406620" cy="1578255"/>
          </a:xfrm>
          <a:custGeom>
            <a:avLst/>
            <a:gdLst/>
            <a:ahLst/>
            <a:cxnLst/>
            <a:rect r="r" b="b" t="t" l="l"/>
            <a:pathLst>
              <a:path h="1578255" w="1406620">
                <a:moveTo>
                  <a:pt x="0" y="0"/>
                </a:moveTo>
                <a:lnTo>
                  <a:pt x="1406620" y="0"/>
                </a:lnTo>
                <a:lnTo>
                  <a:pt x="1406620" y="1578255"/>
                </a:lnTo>
                <a:lnTo>
                  <a:pt x="0" y="157825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029589" y="8548749"/>
            <a:ext cx="1609296" cy="1116449"/>
          </a:xfrm>
          <a:custGeom>
            <a:avLst/>
            <a:gdLst/>
            <a:ahLst/>
            <a:cxnLst/>
            <a:rect r="r" b="b" t="t" l="l"/>
            <a:pathLst>
              <a:path h="1116449" w="1609296">
                <a:moveTo>
                  <a:pt x="0" y="0"/>
                </a:moveTo>
                <a:lnTo>
                  <a:pt x="1609296" y="0"/>
                </a:lnTo>
                <a:lnTo>
                  <a:pt x="1609296" y="1116450"/>
                </a:lnTo>
                <a:lnTo>
                  <a:pt x="0" y="111645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084000" y="3229154"/>
            <a:ext cx="2422924" cy="1262949"/>
          </a:xfrm>
          <a:custGeom>
            <a:avLst/>
            <a:gdLst/>
            <a:ahLst/>
            <a:cxnLst/>
            <a:rect r="r" b="b" t="t" l="l"/>
            <a:pathLst>
              <a:path h="1262949" w="2422924">
                <a:moveTo>
                  <a:pt x="0" y="0"/>
                </a:moveTo>
                <a:lnTo>
                  <a:pt x="2422924" y="0"/>
                </a:lnTo>
                <a:lnTo>
                  <a:pt x="2422924" y="1262949"/>
                </a:lnTo>
                <a:lnTo>
                  <a:pt x="0" y="126294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417740" y="4683510"/>
            <a:ext cx="1755443" cy="1531624"/>
          </a:xfrm>
          <a:custGeom>
            <a:avLst/>
            <a:gdLst/>
            <a:ahLst/>
            <a:cxnLst/>
            <a:rect r="r" b="b" t="t" l="l"/>
            <a:pathLst>
              <a:path h="1531624" w="1755443">
                <a:moveTo>
                  <a:pt x="0" y="0"/>
                </a:moveTo>
                <a:lnTo>
                  <a:pt x="1755443" y="0"/>
                </a:lnTo>
                <a:lnTo>
                  <a:pt x="1755443" y="1531624"/>
                </a:lnTo>
                <a:lnTo>
                  <a:pt x="0" y="153162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484801" y="6536321"/>
            <a:ext cx="1621322" cy="1646012"/>
          </a:xfrm>
          <a:custGeom>
            <a:avLst/>
            <a:gdLst/>
            <a:ahLst/>
            <a:cxnLst/>
            <a:rect r="r" b="b" t="t" l="l"/>
            <a:pathLst>
              <a:path h="1646012" w="1621322">
                <a:moveTo>
                  <a:pt x="0" y="0"/>
                </a:moveTo>
                <a:lnTo>
                  <a:pt x="1621322" y="0"/>
                </a:lnTo>
                <a:lnTo>
                  <a:pt x="1621322" y="1646012"/>
                </a:lnTo>
                <a:lnTo>
                  <a:pt x="0" y="164601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190066" y="8548749"/>
            <a:ext cx="2210791" cy="1116449"/>
          </a:xfrm>
          <a:custGeom>
            <a:avLst/>
            <a:gdLst/>
            <a:ahLst/>
            <a:cxnLst/>
            <a:rect r="r" b="b" t="t" l="l"/>
            <a:pathLst>
              <a:path h="1116449" w="2210791">
                <a:moveTo>
                  <a:pt x="0" y="0"/>
                </a:moveTo>
                <a:lnTo>
                  <a:pt x="2210791" y="0"/>
                </a:lnTo>
                <a:lnTo>
                  <a:pt x="2210791" y="1116450"/>
                </a:lnTo>
                <a:lnTo>
                  <a:pt x="0" y="1116450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869620" y="4604416"/>
            <a:ext cx="1385194" cy="1679023"/>
          </a:xfrm>
          <a:custGeom>
            <a:avLst/>
            <a:gdLst/>
            <a:ahLst/>
            <a:cxnLst/>
            <a:rect r="r" b="b" t="t" l="l"/>
            <a:pathLst>
              <a:path h="1679023" w="1385194">
                <a:moveTo>
                  <a:pt x="0" y="0"/>
                </a:moveTo>
                <a:lnTo>
                  <a:pt x="1385193" y="0"/>
                </a:lnTo>
                <a:lnTo>
                  <a:pt x="1385193" y="1679023"/>
                </a:lnTo>
                <a:lnTo>
                  <a:pt x="0" y="1679023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751762" y="6585698"/>
            <a:ext cx="1620910" cy="1525681"/>
          </a:xfrm>
          <a:custGeom>
            <a:avLst/>
            <a:gdLst/>
            <a:ahLst/>
            <a:cxnLst/>
            <a:rect r="r" b="b" t="t" l="l"/>
            <a:pathLst>
              <a:path h="1525681" w="1620910">
                <a:moveTo>
                  <a:pt x="0" y="0"/>
                </a:moveTo>
                <a:lnTo>
                  <a:pt x="1620909" y="0"/>
                </a:lnTo>
                <a:lnTo>
                  <a:pt x="1620909" y="1525682"/>
                </a:lnTo>
                <a:lnTo>
                  <a:pt x="0" y="152568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914910" y="8623652"/>
            <a:ext cx="1294614" cy="945068"/>
          </a:xfrm>
          <a:custGeom>
            <a:avLst/>
            <a:gdLst/>
            <a:ahLst/>
            <a:cxnLst/>
            <a:rect r="r" b="b" t="t" l="l"/>
            <a:pathLst>
              <a:path h="945068" w="1294614">
                <a:moveTo>
                  <a:pt x="0" y="0"/>
                </a:moveTo>
                <a:lnTo>
                  <a:pt x="1294614" y="0"/>
                </a:lnTo>
                <a:lnTo>
                  <a:pt x="1294614" y="945068"/>
                </a:lnTo>
                <a:lnTo>
                  <a:pt x="0" y="945068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929952" y="3229154"/>
            <a:ext cx="1264530" cy="1262949"/>
          </a:xfrm>
          <a:custGeom>
            <a:avLst/>
            <a:gdLst/>
            <a:ahLst/>
            <a:cxnLst/>
            <a:rect r="r" b="b" t="t" l="l"/>
            <a:pathLst>
              <a:path h="1262949" w="1264530">
                <a:moveTo>
                  <a:pt x="0" y="0"/>
                </a:moveTo>
                <a:lnTo>
                  <a:pt x="1264530" y="0"/>
                </a:lnTo>
                <a:lnTo>
                  <a:pt x="1264530" y="1262949"/>
                </a:lnTo>
                <a:lnTo>
                  <a:pt x="0" y="126294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2916743" y="3283269"/>
            <a:ext cx="1280557" cy="1262949"/>
          </a:xfrm>
          <a:custGeom>
            <a:avLst/>
            <a:gdLst/>
            <a:ahLst/>
            <a:cxnLst/>
            <a:rect r="r" b="b" t="t" l="l"/>
            <a:pathLst>
              <a:path h="1262949" w="1280557">
                <a:moveTo>
                  <a:pt x="0" y="0"/>
                </a:moveTo>
                <a:lnTo>
                  <a:pt x="1280557" y="0"/>
                </a:lnTo>
                <a:lnTo>
                  <a:pt x="1280557" y="1262949"/>
                </a:lnTo>
                <a:lnTo>
                  <a:pt x="0" y="126294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3193392" y="6447779"/>
            <a:ext cx="790767" cy="1823095"/>
          </a:xfrm>
          <a:custGeom>
            <a:avLst/>
            <a:gdLst/>
            <a:ahLst/>
            <a:cxnLst/>
            <a:rect r="r" b="b" t="t" l="l"/>
            <a:pathLst>
              <a:path h="1823095" w="790767">
                <a:moveTo>
                  <a:pt x="0" y="0"/>
                </a:moveTo>
                <a:lnTo>
                  <a:pt x="790767" y="0"/>
                </a:lnTo>
                <a:lnTo>
                  <a:pt x="790767" y="1823095"/>
                </a:lnTo>
                <a:lnTo>
                  <a:pt x="0" y="1823095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2703602" y="4824414"/>
            <a:ext cx="1706838" cy="1284396"/>
          </a:xfrm>
          <a:custGeom>
            <a:avLst/>
            <a:gdLst/>
            <a:ahLst/>
            <a:cxnLst/>
            <a:rect r="r" b="b" t="t" l="l"/>
            <a:pathLst>
              <a:path h="1284396" w="1706838">
                <a:moveTo>
                  <a:pt x="0" y="0"/>
                </a:moveTo>
                <a:lnTo>
                  <a:pt x="1706839" y="0"/>
                </a:lnTo>
                <a:lnTo>
                  <a:pt x="1706839" y="1284395"/>
                </a:lnTo>
                <a:lnTo>
                  <a:pt x="0" y="1284395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2752623" y="8478874"/>
            <a:ext cx="1231536" cy="1234623"/>
          </a:xfrm>
          <a:custGeom>
            <a:avLst/>
            <a:gdLst/>
            <a:ahLst/>
            <a:cxnLst/>
            <a:rect r="r" b="b" t="t" l="l"/>
            <a:pathLst>
              <a:path h="1234623" w="1231536">
                <a:moveTo>
                  <a:pt x="0" y="0"/>
                </a:moveTo>
                <a:lnTo>
                  <a:pt x="1231536" y="0"/>
                </a:lnTo>
                <a:lnTo>
                  <a:pt x="1231536" y="1234623"/>
                </a:lnTo>
                <a:lnTo>
                  <a:pt x="0" y="1234623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2191995" y="744953"/>
            <a:ext cx="13904011" cy="119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993"/>
              </a:lnSpc>
            </a:pPr>
            <a:r>
              <a:rPr lang="en-US" b="true" sz="8993">
                <a:solidFill>
                  <a:srgbClr val="2929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Thank You, Jesus!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135206" y="2226606"/>
            <a:ext cx="10017589" cy="413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45"/>
              </a:lnSpc>
              <a:spcBef>
                <a:spcPct val="0"/>
              </a:spcBef>
            </a:pPr>
            <a:r>
              <a:rPr lang="en-US" sz="2460" u="none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We are grateful for Your love, Your forgiveness, and Your kindness.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418215">
            <a:off x="15052973" y="711997"/>
            <a:ext cx="4412654" cy="4114800"/>
          </a:xfrm>
          <a:custGeom>
            <a:avLst/>
            <a:gdLst/>
            <a:ahLst/>
            <a:cxnLst/>
            <a:rect r="r" b="b" t="t" l="l"/>
            <a:pathLst>
              <a:path h="4114800" w="4412654">
                <a:moveTo>
                  <a:pt x="0" y="0"/>
                </a:moveTo>
                <a:lnTo>
                  <a:pt x="4412654" y="0"/>
                </a:lnTo>
                <a:lnTo>
                  <a:pt x="441265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200150"/>
            <a:ext cx="13020682" cy="5673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61"/>
              </a:lnSpc>
              <a:spcBef>
                <a:spcPct val="0"/>
              </a:spcBef>
            </a:pPr>
            <a:r>
              <a:rPr lang="en-US" b="true" sz="8861">
                <a:solidFill>
                  <a:srgbClr val="292929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Dear Jesus, thank You for always forgiving us. Help us to be merciful and kind to others. Amen.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1195198">
            <a:off x="12519932" y="5027153"/>
            <a:ext cx="4238040" cy="3687095"/>
          </a:xfrm>
          <a:custGeom>
            <a:avLst/>
            <a:gdLst/>
            <a:ahLst/>
            <a:cxnLst/>
            <a:rect r="r" b="b" t="t" l="l"/>
            <a:pathLst>
              <a:path h="3687095" w="4238040">
                <a:moveTo>
                  <a:pt x="0" y="0"/>
                </a:moveTo>
                <a:lnTo>
                  <a:pt x="4238040" y="0"/>
                </a:lnTo>
                <a:lnTo>
                  <a:pt x="4238040" y="3687094"/>
                </a:lnTo>
                <a:lnTo>
                  <a:pt x="0" y="36870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3721385">
            <a:off x="16334023" y="7100040"/>
            <a:ext cx="2586161" cy="3158670"/>
          </a:xfrm>
          <a:custGeom>
            <a:avLst/>
            <a:gdLst/>
            <a:ahLst/>
            <a:cxnLst/>
            <a:rect r="r" b="b" t="t" l="l"/>
            <a:pathLst>
              <a:path h="3158670" w="2586161">
                <a:moveTo>
                  <a:pt x="0" y="0"/>
                </a:moveTo>
                <a:lnTo>
                  <a:pt x="2586161" y="0"/>
                </a:lnTo>
                <a:lnTo>
                  <a:pt x="2586161" y="3158669"/>
                </a:lnTo>
                <a:lnTo>
                  <a:pt x="0" y="31586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888748">
            <a:off x="11802354" y="-371921"/>
            <a:ext cx="4163844" cy="2102741"/>
          </a:xfrm>
          <a:custGeom>
            <a:avLst/>
            <a:gdLst/>
            <a:ahLst/>
            <a:cxnLst/>
            <a:rect r="r" b="b" t="t" l="l"/>
            <a:pathLst>
              <a:path h="2102741" w="4163844">
                <a:moveTo>
                  <a:pt x="0" y="0"/>
                </a:moveTo>
                <a:lnTo>
                  <a:pt x="4163845" y="0"/>
                </a:lnTo>
                <a:lnTo>
                  <a:pt x="4163845" y="2102742"/>
                </a:lnTo>
                <a:lnTo>
                  <a:pt x="0" y="21027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755816" y="8100449"/>
            <a:ext cx="2525577" cy="3061306"/>
          </a:xfrm>
          <a:custGeom>
            <a:avLst/>
            <a:gdLst/>
            <a:ahLst/>
            <a:cxnLst/>
            <a:rect r="r" b="b" t="t" l="l"/>
            <a:pathLst>
              <a:path h="3061306" w="2525577">
                <a:moveTo>
                  <a:pt x="0" y="0"/>
                </a:moveTo>
                <a:lnTo>
                  <a:pt x="2525577" y="0"/>
                </a:lnTo>
                <a:lnTo>
                  <a:pt x="2525577" y="3061305"/>
                </a:lnTo>
                <a:lnTo>
                  <a:pt x="0" y="306130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8059878"/>
            <a:ext cx="5477295" cy="1198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18"/>
              </a:lnSpc>
              <a:spcBef>
                <a:spcPct val="0"/>
              </a:spcBef>
            </a:pPr>
            <a:r>
              <a:rPr lang="en-US" sz="3441">
                <a:solidFill>
                  <a:srgbClr val="292929"/>
                </a:solidFill>
                <a:latin typeface="Open Sauce"/>
                <a:ea typeface="Open Sauce"/>
                <a:cs typeface="Open Sauce"/>
                <a:sym typeface="Open Sauce"/>
              </a:rPr>
              <a:t>Close your eyes and say this prayer in your heart. 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DAHUE5yWrTQ</dc:identifier>
  <dcterms:modified xsi:type="dcterms:W3CDTF">2011-08-01T06:04:30Z</dcterms:modified>
  <cp:revision>1</cp:revision>
</cp:coreProperties>
</file>